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5" r:id="rId2"/>
    <p:sldId id="284" r:id="rId3"/>
    <p:sldId id="266" r:id="rId4"/>
    <p:sldId id="282" r:id="rId5"/>
    <p:sldId id="270" r:id="rId6"/>
    <p:sldId id="271" r:id="rId7"/>
    <p:sldId id="277" r:id="rId8"/>
    <p:sldId id="283" r:id="rId9"/>
    <p:sldId id="280" r:id="rId10"/>
    <p:sldId id="281" r:id="rId11"/>
    <p:sldId id="28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AD4"/>
    <a:srgbClr val="FF0000"/>
    <a:srgbClr val="000000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10" autoAdjust="0"/>
    <p:restoredTop sz="86420" autoAdjust="0"/>
  </p:normalViewPr>
  <p:slideViewPr>
    <p:cSldViewPr snapToGrid="0">
      <p:cViewPr varScale="1">
        <p:scale>
          <a:sx n="57" d="100"/>
          <a:sy n="57" d="100"/>
        </p:scale>
        <p:origin x="1316" y="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200" d="100"/>
        <a:sy n="200" d="100"/>
      </p:scale>
      <p:origin x="0" y="-1381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hroz Mirza" userId="46207bc9-96f8-4272-8ebb-3dbc8a33c35e" providerId="ADAL" clId="{1D47FA9C-3E33-4579-8B5D-0EC54C4715CD}"/>
    <pc:docChg chg="undo redo custSel addSld modSld">
      <pc:chgData name="Behroz Mirza" userId="46207bc9-96f8-4272-8ebb-3dbc8a33c35e" providerId="ADAL" clId="{1D47FA9C-3E33-4579-8B5D-0EC54C4715CD}" dt="2024-08-26T09:19:08.660" v="198" actId="14100"/>
      <pc:docMkLst>
        <pc:docMk/>
      </pc:docMkLst>
      <pc:sldChg chg="addSp delSp modSp new mod">
        <pc:chgData name="Behroz Mirza" userId="46207bc9-96f8-4272-8ebb-3dbc8a33c35e" providerId="ADAL" clId="{1D47FA9C-3E33-4579-8B5D-0EC54C4715CD}" dt="2024-08-26T09:19:08.660" v="198" actId="14100"/>
        <pc:sldMkLst>
          <pc:docMk/>
          <pc:sldMk cId="4160955095" sldId="283"/>
        </pc:sldMkLst>
        <pc:spChg chg="add mod">
          <ac:chgData name="Behroz Mirza" userId="46207bc9-96f8-4272-8ebb-3dbc8a33c35e" providerId="ADAL" clId="{1D47FA9C-3E33-4579-8B5D-0EC54C4715CD}" dt="2024-08-26T09:18:51.856" v="175" actId="14100"/>
          <ac:spMkLst>
            <pc:docMk/>
            <pc:sldMk cId="4160955095" sldId="283"/>
            <ac:spMk id="6" creationId="{D1EAAECD-10E5-4DEC-804C-542F592C8A5F}"/>
          </ac:spMkLst>
        </pc:spChg>
        <pc:picChg chg="add del">
          <ac:chgData name="Behroz Mirza" userId="46207bc9-96f8-4272-8ebb-3dbc8a33c35e" providerId="ADAL" clId="{1D47FA9C-3E33-4579-8B5D-0EC54C4715CD}" dt="2024-08-26T09:17:12.324" v="2" actId="22"/>
          <ac:picMkLst>
            <pc:docMk/>
            <pc:sldMk cId="4160955095" sldId="283"/>
            <ac:picMk id="3" creationId="{3BD453CD-CCDE-4869-99AE-24D321D9AFAB}"/>
          </ac:picMkLst>
        </pc:picChg>
        <pc:picChg chg="add mod">
          <ac:chgData name="Behroz Mirza" userId="46207bc9-96f8-4272-8ebb-3dbc8a33c35e" providerId="ADAL" clId="{1D47FA9C-3E33-4579-8B5D-0EC54C4715CD}" dt="2024-08-26T09:19:08.660" v="198" actId="14100"/>
          <ac:picMkLst>
            <pc:docMk/>
            <pc:sldMk cId="4160955095" sldId="283"/>
            <ac:picMk id="5" creationId="{61F4EA94-AEE7-4CDE-949F-92204B869A2F}"/>
          </ac:picMkLst>
        </pc:picChg>
      </pc:sldChg>
    </pc:docChg>
  </pc:docChgLst>
  <pc:docChgLst>
    <pc:chgData name="Behroz Mirza" userId="46207bc9-96f8-4272-8ebb-3dbc8a33c35e" providerId="ADAL" clId="{F4A86F3F-7BD7-4226-B3D0-FBABE8E4D94A}"/>
    <pc:docChg chg="modSld">
      <pc:chgData name="Behroz Mirza" userId="46207bc9-96f8-4272-8ebb-3dbc8a33c35e" providerId="ADAL" clId="{F4A86F3F-7BD7-4226-B3D0-FBABE8E4D94A}" dt="2024-08-20T12:31:26.799" v="4" actId="20577"/>
      <pc:docMkLst>
        <pc:docMk/>
      </pc:docMkLst>
      <pc:sldChg chg="modSp mod">
        <pc:chgData name="Behroz Mirza" userId="46207bc9-96f8-4272-8ebb-3dbc8a33c35e" providerId="ADAL" clId="{F4A86F3F-7BD7-4226-B3D0-FBABE8E4D94A}" dt="2024-08-20T12:31:26.799" v="4" actId="20577"/>
        <pc:sldMkLst>
          <pc:docMk/>
          <pc:sldMk cId="1951187753" sldId="273"/>
        </pc:sldMkLst>
        <pc:spChg chg="mod">
          <ac:chgData name="Behroz Mirza" userId="46207bc9-96f8-4272-8ebb-3dbc8a33c35e" providerId="ADAL" clId="{F4A86F3F-7BD7-4226-B3D0-FBABE8E4D94A}" dt="2024-08-20T12:31:26.799" v="4" actId="20577"/>
          <ac:spMkLst>
            <pc:docMk/>
            <pc:sldMk cId="1951187753" sldId="273"/>
            <ac:spMk id="7" creationId="{7E79BE83-F9C5-42FD-9247-CDA4170EE5B5}"/>
          </ac:spMkLst>
        </pc:spChg>
      </pc:sldChg>
    </pc:docChg>
  </pc:docChgLst>
  <pc:docChgLst>
    <pc:chgData name="Behroz Mirza" userId="46207bc9-96f8-4272-8ebb-3dbc8a33c35e" providerId="ADAL" clId="{FBB61A0C-0234-45DA-A398-2DCBA08DE53A}"/>
    <pc:docChg chg="undo custSel addSld delSld modSld sldOrd">
      <pc:chgData name="Behroz Mirza" userId="46207bc9-96f8-4272-8ebb-3dbc8a33c35e" providerId="ADAL" clId="{FBB61A0C-0234-45DA-A398-2DCBA08DE53A}" dt="2023-08-24T05:50:59.358" v="616" actId="20577"/>
      <pc:docMkLst>
        <pc:docMk/>
      </pc:docMkLst>
      <pc:sldChg chg="modSp del mod modAnim">
        <pc:chgData name="Behroz Mirza" userId="46207bc9-96f8-4272-8ebb-3dbc8a33c35e" providerId="ADAL" clId="{FBB61A0C-0234-45DA-A398-2DCBA08DE53A}" dt="2023-08-24T05:50:55.644" v="614" actId="2696"/>
        <pc:sldMkLst>
          <pc:docMk/>
          <pc:sldMk cId="2263905297" sldId="259"/>
        </pc:sldMkLst>
        <pc:spChg chg="mod">
          <ac:chgData name="Behroz Mirza" userId="46207bc9-96f8-4272-8ebb-3dbc8a33c35e" providerId="ADAL" clId="{FBB61A0C-0234-45DA-A398-2DCBA08DE53A}" dt="2023-08-23T11:12:37.237" v="498" actId="20577"/>
          <ac:spMkLst>
            <pc:docMk/>
            <pc:sldMk cId="2263905297" sldId="259"/>
            <ac:spMk id="2" creationId="{00000000-0000-0000-0000-000000000000}"/>
          </ac:spMkLst>
        </pc:spChg>
        <pc:spChg chg="mod">
          <ac:chgData name="Behroz Mirza" userId="46207bc9-96f8-4272-8ebb-3dbc8a33c35e" providerId="ADAL" clId="{FBB61A0C-0234-45DA-A398-2DCBA08DE53A}" dt="2023-08-23T11:00:58.632" v="110" actId="1038"/>
          <ac:spMkLst>
            <pc:docMk/>
            <pc:sldMk cId="2263905297" sldId="259"/>
            <ac:spMk id="3" creationId="{00000000-0000-0000-0000-000000000000}"/>
          </ac:spMkLst>
        </pc:spChg>
      </pc:sldChg>
      <pc:sldChg chg="del">
        <pc:chgData name="Behroz Mirza" userId="46207bc9-96f8-4272-8ebb-3dbc8a33c35e" providerId="ADAL" clId="{FBB61A0C-0234-45DA-A398-2DCBA08DE53A}" dt="2023-08-23T11:01:36.072" v="139" actId="2696"/>
        <pc:sldMkLst>
          <pc:docMk/>
          <pc:sldMk cId="599985384" sldId="261"/>
        </pc:sldMkLst>
      </pc:sldChg>
      <pc:sldChg chg="modSp del mod">
        <pc:chgData name="Behroz Mirza" userId="46207bc9-96f8-4272-8ebb-3dbc8a33c35e" providerId="ADAL" clId="{FBB61A0C-0234-45DA-A398-2DCBA08DE53A}" dt="2023-08-23T11:11:38.887" v="476" actId="2696"/>
        <pc:sldMkLst>
          <pc:docMk/>
          <pc:sldMk cId="3157851315" sldId="265"/>
        </pc:sldMkLst>
        <pc:spChg chg="mod">
          <ac:chgData name="Behroz Mirza" userId="46207bc9-96f8-4272-8ebb-3dbc8a33c35e" providerId="ADAL" clId="{FBB61A0C-0234-45DA-A398-2DCBA08DE53A}" dt="2023-08-23T11:01:56.637" v="146" actId="20577"/>
          <ac:spMkLst>
            <pc:docMk/>
            <pc:sldMk cId="3157851315" sldId="265"/>
            <ac:spMk id="5" creationId="{00000000-0000-0000-0000-000000000000}"/>
          </ac:spMkLst>
        </pc:spChg>
      </pc:sldChg>
      <pc:sldChg chg="del">
        <pc:chgData name="Behroz Mirza" userId="46207bc9-96f8-4272-8ebb-3dbc8a33c35e" providerId="ADAL" clId="{FBB61A0C-0234-45DA-A398-2DCBA08DE53A}" dt="2023-08-23T11:11:42.437" v="477" actId="2696"/>
        <pc:sldMkLst>
          <pc:docMk/>
          <pc:sldMk cId="1916470164" sldId="267"/>
        </pc:sldMkLst>
      </pc:sldChg>
      <pc:sldChg chg="modSp mod modAnim">
        <pc:chgData name="Behroz Mirza" userId="46207bc9-96f8-4272-8ebb-3dbc8a33c35e" providerId="ADAL" clId="{FBB61A0C-0234-45DA-A398-2DCBA08DE53A}" dt="2023-08-24T05:50:59.358" v="616" actId="20577"/>
        <pc:sldMkLst>
          <pc:docMk/>
          <pc:sldMk cId="2460187043" sldId="268"/>
        </pc:sldMkLst>
        <pc:spChg chg="mod">
          <ac:chgData name="Behroz Mirza" userId="46207bc9-96f8-4272-8ebb-3dbc8a33c35e" providerId="ADAL" clId="{FBB61A0C-0234-45DA-A398-2DCBA08DE53A}" dt="2023-08-24T05:50:45.268" v="613" actId="1037"/>
          <ac:spMkLst>
            <pc:docMk/>
            <pc:sldMk cId="2460187043" sldId="268"/>
            <ac:spMk id="3" creationId="{00000000-0000-0000-0000-000000000000}"/>
          </ac:spMkLst>
        </pc:spChg>
        <pc:spChg chg="mod">
          <ac:chgData name="Behroz Mirza" userId="46207bc9-96f8-4272-8ebb-3dbc8a33c35e" providerId="ADAL" clId="{FBB61A0C-0234-45DA-A398-2DCBA08DE53A}" dt="2023-08-24T05:50:59.358" v="616" actId="20577"/>
          <ac:spMkLst>
            <pc:docMk/>
            <pc:sldMk cId="2460187043" sldId="268"/>
            <ac:spMk id="5" creationId="{00000000-0000-0000-0000-000000000000}"/>
          </ac:spMkLst>
        </pc:spChg>
      </pc:sldChg>
      <pc:sldChg chg="addSp modSp mod">
        <pc:chgData name="Behroz Mirza" userId="46207bc9-96f8-4272-8ebb-3dbc8a33c35e" providerId="ADAL" clId="{FBB61A0C-0234-45DA-A398-2DCBA08DE53A}" dt="2023-08-23T11:07:52.401" v="395" actId="14100"/>
        <pc:sldMkLst>
          <pc:docMk/>
          <pc:sldMk cId="1951187753" sldId="273"/>
        </pc:sldMkLst>
        <pc:spChg chg="add mod">
          <ac:chgData name="Behroz Mirza" userId="46207bc9-96f8-4272-8ebb-3dbc8a33c35e" providerId="ADAL" clId="{FBB61A0C-0234-45DA-A398-2DCBA08DE53A}" dt="2023-08-23T11:07:52.401" v="395" actId="14100"/>
          <ac:spMkLst>
            <pc:docMk/>
            <pc:sldMk cId="1951187753" sldId="273"/>
            <ac:spMk id="7" creationId="{7E79BE83-F9C5-42FD-9247-CDA4170EE5B5}"/>
          </ac:spMkLst>
        </pc:spChg>
      </pc:sldChg>
      <pc:sldChg chg="del">
        <pc:chgData name="Behroz Mirza" userId="46207bc9-96f8-4272-8ebb-3dbc8a33c35e" providerId="ADAL" clId="{FBB61A0C-0234-45DA-A398-2DCBA08DE53A}" dt="2023-08-23T11:01:31.833" v="138" actId="2696"/>
        <pc:sldMkLst>
          <pc:docMk/>
          <pc:sldMk cId="1920118773" sldId="275"/>
        </pc:sldMkLst>
      </pc:sldChg>
      <pc:sldChg chg="addSp modSp mod">
        <pc:chgData name="Behroz Mirza" userId="46207bc9-96f8-4272-8ebb-3dbc8a33c35e" providerId="ADAL" clId="{FBB61A0C-0234-45DA-A398-2DCBA08DE53A}" dt="2023-08-23T17:35:18.356" v="505" actId="5793"/>
        <pc:sldMkLst>
          <pc:docMk/>
          <pc:sldMk cId="208951976" sldId="277"/>
        </pc:sldMkLst>
        <pc:spChg chg="add mod">
          <ac:chgData name="Behroz Mirza" userId="46207bc9-96f8-4272-8ebb-3dbc8a33c35e" providerId="ADAL" clId="{FBB61A0C-0234-45DA-A398-2DCBA08DE53A}" dt="2023-08-23T17:35:18.356" v="505" actId="5793"/>
          <ac:spMkLst>
            <pc:docMk/>
            <pc:sldMk cId="208951976" sldId="277"/>
            <ac:spMk id="73" creationId="{BF36F9C9-574D-4002-8794-F6420CBE881D}"/>
          </ac:spMkLst>
        </pc:spChg>
      </pc:sldChg>
      <pc:sldChg chg="del">
        <pc:chgData name="Behroz Mirza" userId="46207bc9-96f8-4272-8ebb-3dbc8a33c35e" providerId="ADAL" clId="{FBB61A0C-0234-45DA-A398-2DCBA08DE53A}" dt="2023-08-23T11:01:41.258" v="140" actId="2696"/>
        <pc:sldMkLst>
          <pc:docMk/>
          <pc:sldMk cId="3504030624" sldId="279"/>
        </pc:sldMkLst>
      </pc:sldChg>
      <pc:sldChg chg="addSp delSp modSp add mod ord">
        <pc:chgData name="Behroz Mirza" userId="46207bc9-96f8-4272-8ebb-3dbc8a33c35e" providerId="ADAL" clId="{FBB61A0C-0234-45DA-A398-2DCBA08DE53A}" dt="2023-08-23T11:05:30.709" v="207" actId="21"/>
        <pc:sldMkLst>
          <pc:docMk/>
          <pc:sldMk cId="2865502769" sldId="282"/>
        </pc:sldMkLst>
        <pc:spChg chg="mod">
          <ac:chgData name="Behroz Mirza" userId="46207bc9-96f8-4272-8ebb-3dbc8a33c35e" providerId="ADAL" clId="{FBB61A0C-0234-45DA-A398-2DCBA08DE53A}" dt="2023-08-23T11:03:47.956" v="164" actId="5793"/>
          <ac:spMkLst>
            <pc:docMk/>
            <pc:sldMk cId="2865502769" sldId="282"/>
            <ac:spMk id="2" creationId="{00000000-0000-0000-0000-000000000000}"/>
          </ac:spMkLst>
        </pc:spChg>
        <pc:spChg chg="mod">
          <ac:chgData name="Behroz Mirza" userId="46207bc9-96f8-4272-8ebb-3dbc8a33c35e" providerId="ADAL" clId="{FBB61A0C-0234-45DA-A398-2DCBA08DE53A}" dt="2023-08-23T11:05:01.434" v="205" actId="6549"/>
          <ac:spMkLst>
            <pc:docMk/>
            <pc:sldMk cId="2865502769" sldId="282"/>
            <ac:spMk id="3" creationId="{00000000-0000-0000-0000-000000000000}"/>
          </ac:spMkLst>
        </pc:spChg>
        <pc:spChg chg="add del mod">
          <ac:chgData name="Behroz Mirza" userId="46207bc9-96f8-4272-8ebb-3dbc8a33c35e" providerId="ADAL" clId="{FBB61A0C-0234-45DA-A398-2DCBA08DE53A}" dt="2023-08-23T11:05:30.709" v="207" actId="21"/>
          <ac:spMkLst>
            <pc:docMk/>
            <pc:sldMk cId="2865502769" sldId="282"/>
            <ac:spMk id="5" creationId="{96EEF238-A8BA-4BF0-A23F-D05D842156C2}"/>
          </ac:spMkLst>
        </pc:spChg>
      </pc:sldChg>
      <pc:sldChg chg="add del">
        <pc:chgData name="Behroz Mirza" userId="46207bc9-96f8-4272-8ebb-3dbc8a33c35e" providerId="ADAL" clId="{FBB61A0C-0234-45DA-A398-2DCBA08DE53A}" dt="2023-08-23T11:07:47.977" v="393"/>
        <pc:sldMkLst>
          <pc:docMk/>
          <pc:sldMk cId="89064934" sldId="283"/>
        </pc:sldMkLst>
      </pc:sldChg>
    </pc:docChg>
  </pc:docChgLst>
  <pc:docChgLst>
    <pc:chgData name="Behroz Mirza" userId="46207bc9-96f8-4272-8ebb-3dbc8a33c35e" providerId="ADAL" clId="{1D28D860-EA5A-455D-9EE4-BC48BF42FFD3}"/>
    <pc:docChg chg="custSel delSld modSld">
      <pc:chgData name="Behroz Mirza" userId="46207bc9-96f8-4272-8ebb-3dbc8a33c35e" providerId="ADAL" clId="{1D28D860-EA5A-455D-9EE4-BC48BF42FFD3}" dt="2025-09-02T04:55:04.449" v="97" actId="1035"/>
      <pc:docMkLst>
        <pc:docMk/>
      </pc:docMkLst>
      <pc:sldChg chg="modSp del mod">
        <pc:chgData name="Behroz Mirza" userId="46207bc9-96f8-4272-8ebb-3dbc8a33c35e" providerId="ADAL" clId="{1D28D860-EA5A-455D-9EE4-BC48BF42FFD3}" dt="2025-08-29T09:33:42.043" v="94" actId="2696"/>
        <pc:sldMkLst>
          <pc:docMk/>
          <pc:sldMk cId="1951187753" sldId="273"/>
        </pc:sldMkLst>
        <pc:spChg chg="mod">
          <ac:chgData name="Behroz Mirza" userId="46207bc9-96f8-4272-8ebb-3dbc8a33c35e" providerId="ADAL" clId="{1D28D860-EA5A-455D-9EE4-BC48BF42FFD3}" dt="2025-08-25T07:00:20.416" v="93" actId="14100"/>
          <ac:spMkLst>
            <pc:docMk/>
            <pc:sldMk cId="1951187753" sldId="273"/>
            <ac:spMk id="7" creationId="{7E79BE83-F9C5-42FD-9247-CDA4170EE5B5}"/>
          </ac:spMkLst>
        </pc:spChg>
      </pc:sldChg>
      <pc:sldChg chg="modSp mod">
        <pc:chgData name="Behroz Mirza" userId="46207bc9-96f8-4272-8ebb-3dbc8a33c35e" providerId="ADAL" clId="{1D28D860-EA5A-455D-9EE4-BC48BF42FFD3}" dt="2025-08-25T06:42:34.583" v="81" actId="12"/>
        <pc:sldMkLst>
          <pc:docMk/>
          <pc:sldMk cId="2865502769" sldId="282"/>
        </pc:sldMkLst>
        <pc:spChg chg="mod">
          <ac:chgData name="Behroz Mirza" userId="46207bc9-96f8-4272-8ebb-3dbc8a33c35e" providerId="ADAL" clId="{1D28D860-EA5A-455D-9EE4-BC48BF42FFD3}" dt="2025-08-25T06:42:34.583" v="81" actId="12"/>
          <ac:spMkLst>
            <pc:docMk/>
            <pc:sldMk cId="2865502769" sldId="282"/>
            <ac:spMk id="5" creationId="{96EEF238-A8BA-4BF0-A23F-D05D842156C2}"/>
          </ac:spMkLst>
        </pc:spChg>
      </pc:sldChg>
      <pc:sldChg chg="modSp mod">
        <pc:chgData name="Behroz Mirza" userId="46207bc9-96f8-4272-8ebb-3dbc8a33c35e" providerId="ADAL" clId="{1D28D860-EA5A-455D-9EE4-BC48BF42FFD3}" dt="2025-09-02T04:55:04.449" v="97" actId="1035"/>
        <pc:sldMkLst>
          <pc:docMk/>
          <pc:sldMk cId="4160955095" sldId="283"/>
        </pc:sldMkLst>
        <pc:picChg chg="mod">
          <ac:chgData name="Behroz Mirza" userId="46207bc9-96f8-4272-8ebb-3dbc8a33c35e" providerId="ADAL" clId="{1D28D860-EA5A-455D-9EE4-BC48BF42FFD3}" dt="2025-09-02T04:55:04.449" v="97" actId="1035"/>
          <ac:picMkLst>
            <pc:docMk/>
            <pc:sldMk cId="4160955095" sldId="283"/>
            <ac:picMk id="5" creationId="{61F4EA94-AEE7-4CDE-949F-92204B869A2F}"/>
          </ac:picMkLst>
        </pc:picChg>
      </pc:sldChg>
    </pc:docChg>
  </pc:docChgLst>
  <pc:docChgLst>
    <pc:chgData name="Behroz Mirza" userId="46207bc9-96f8-4272-8ebb-3dbc8a33c35e" providerId="ADAL" clId="{242E2820-085E-4E68-A26C-1EF06A028FCA}"/>
    <pc:docChg chg="custSel addSld delSld modSld">
      <pc:chgData name="Behroz Mirza" userId="46207bc9-96f8-4272-8ebb-3dbc8a33c35e" providerId="ADAL" clId="{242E2820-085E-4E68-A26C-1EF06A028FCA}" dt="2026-09-01T09:53:53.493" v="523" actId="20577"/>
      <pc:docMkLst>
        <pc:docMk/>
      </pc:docMkLst>
      <pc:sldChg chg="del">
        <pc:chgData name="Behroz Mirza" userId="46207bc9-96f8-4272-8ebb-3dbc8a33c35e" providerId="ADAL" clId="{242E2820-085E-4E68-A26C-1EF06A028FCA}" dt="2026-08-21T11:14:44.396" v="91" actId="2696"/>
        <pc:sldMkLst>
          <pc:docMk/>
          <pc:sldMk cId="2460187043" sldId="268"/>
        </pc:sldMkLst>
      </pc:sldChg>
      <pc:sldChg chg="modSp mod">
        <pc:chgData name="Behroz Mirza" userId="46207bc9-96f8-4272-8ebb-3dbc8a33c35e" providerId="ADAL" clId="{242E2820-085E-4E68-A26C-1EF06A028FCA}" dt="2026-08-28T08:01:16.870" v="314" actId="20577"/>
        <pc:sldMkLst>
          <pc:docMk/>
          <pc:sldMk cId="208951976" sldId="277"/>
        </pc:sldMkLst>
        <pc:spChg chg="mod">
          <ac:chgData name="Behroz Mirza" userId="46207bc9-96f8-4272-8ebb-3dbc8a33c35e" providerId="ADAL" clId="{242E2820-085E-4E68-A26C-1EF06A028FCA}" dt="2026-08-28T08:01:16.870" v="314" actId="20577"/>
          <ac:spMkLst>
            <pc:docMk/>
            <pc:sldMk cId="208951976" sldId="277"/>
            <ac:spMk id="73" creationId="{BF36F9C9-574D-4002-8794-F6420CBE881D}"/>
          </ac:spMkLst>
        </pc:spChg>
      </pc:sldChg>
      <pc:sldChg chg="modSp mod">
        <pc:chgData name="Behroz Mirza" userId="46207bc9-96f8-4272-8ebb-3dbc8a33c35e" providerId="ADAL" clId="{242E2820-085E-4E68-A26C-1EF06A028FCA}" dt="2026-08-21T06:20:41.747" v="86" actId="20577"/>
        <pc:sldMkLst>
          <pc:docMk/>
          <pc:sldMk cId="2865502769" sldId="282"/>
        </pc:sldMkLst>
        <pc:spChg chg="mod">
          <ac:chgData name="Behroz Mirza" userId="46207bc9-96f8-4272-8ebb-3dbc8a33c35e" providerId="ADAL" clId="{242E2820-085E-4E68-A26C-1EF06A028FCA}" dt="2026-08-21T06:20:41.747" v="86" actId="20577"/>
          <ac:spMkLst>
            <pc:docMk/>
            <pc:sldMk cId="2865502769" sldId="282"/>
            <ac:spMk id="5" creationId="{96EEF238-A8BA-4BF0-A23F-D05D842156C2}"/>
          </ac:spMkLst>
        </pc:spChg>
      </pc:sldChg>
      <pc:sldChg chg="addSp modSp mod">
        <pc:chgData name="Behroz Mirza" userId="46207bc9-96f8-4272-8ebb-3dbc8a33c35e" providerId="ADAL" clId="{242E2820-085E-4E68-A26C-1EF06A028FCA}" dt="2026-09-01T09:53:53.493" v="523" actId="20577"/>
        <pc:sldMkLst>
          <pc:docMk/>
          <pc:sldMk cId="4160955095" sldId="283"/>
        </pc:sldMkLst>
        <pc:spChg chg="add mod">
          <ac:chgData name="Behroz Mirza" userId="46207bc9-96f8-4272-8ebb-3dbc8a33c35e" providerId="ADAL" clId="{242E2820-085E-4E68-A26C-1EF06A028FCA}" dt="2026-09-01T09:53:53.493" v="523" actId="20577"/>
          <ac:spMkLst>
            <pc:docMk/>
            <pc:sldMk cId="4160955095" sldId="283"/>
            <ac:spMk id="4" creationId="{199C94E3-4CD4-4ACB-882D-DE80D4012250}"/>
          </ac:spMkLst>
        </pc:spChg>
      </pc:sldChg>
      <pc:sldChg chg="add">
        <pc:chgData name="Behroz Mirza" userId="46207bc9-96f8-4272-8ebb-3dbc8a33c35e" providerId="ADAL" clId="{242E2820-085E-4E68-A26C-1EF06A028FCA}" dt="2026-08-21T11:14:08.068" v="87" actId="2890"/>
        <pc:sldMkLst>
          <pc:docMk/>
          <pc:sldMk cId="1656680425" sldId="284"/>
        </pc:sldMkLst>
      </pc:sldChg>
      <pc:sldChg chg="addSp modSp new mod modAnim">
        <pc:chgData name="Behroz Mirza" userId="46207bc9-96f8-4272-8ebb-3dbc8a33c35e" providerId="ADAL" clId="{242E2820-085E-4E68-A26C-1EF06A028FCA}" dt="2026-08-21T11:15:49.777" v="220" actId="12"/>
        <pc:sldMkLst>
          <pc:docMk/>
          <pc:sldMk cId="809596886" sldId="285"/>
        </pc:sldMkLst>
        <pc:spChg chg="add mod">
          <ac:chgData name="Behroz Mirza" userId="46207bc9-96f8-4272-8ebb-3dbc8a33c35e" providerId="ADAL" clId="{242E2820-085E-4E68-A26C-1EF06A028FCA}" dt="2026-08-21T11:15:49.777" v="220" actId="12"/>
          <ac:spMkLst>
            <pc:docMk/>
            <pc:sldMk cId="809596886" sldId="285"/>
            <ac:spMk id="2" creationId="{4C3A98CB-CD8D-48EF-ACB9-47DFD0B58F29}"/>
          </ac:spMkLst>
        </pc:spChg>
        <pc:spChg chg="add mod">
          <ac:chgData name="Behroz Mirza" userId="46207bc9-96f8-4272-8ebb-3dbc8a33c35e" providerId="ADAL" clId="{242E2820-085E-4E68-A26C-1EF06A028FCA}" dt="2026-08-21T11:14:40.432" v="90"/>
          <ac:spMkLst>
            <pc:docMk/>
            <pc:sldMk cId="809596886" sldId="285"/>
            <ac:spMk id="3" creationId="{8B1B124F-EDC1-40C7-AD6E-DA756D9FB252}"/>
          </ac:spMkLst>
        </pc:spChg>
      </pc:sldChg>
      <pc:sldChg chg="new">
        <pc:chgData name="Behroz Mirza" userId="46207bc9-96f8-4272-8ebb-3dbc8a33c35e" providerId="ADAL" clId="{242E2820-085E-4E68-A26C-1EF06A028FCA}" dt="2026-08-28T12:25:11.992" v="315" actId="680"/>
        <pc:sldMkLst>
          <pc:docMk/>
          <pc:sldMk cId="652984986" sldId="286"/>
        </pc:sldMkLst>
      </pc:sldChg>
    </pc:docChg>
  </pc:docChgLst>
  <pc:docChgLst>
    <pc:chgData name="Behroz Mirza" userId="46207bc9-96f8-4272-8ebb-3dbc8a33c35e" providerId="ADAL" clId="{EA4FDB21-DE8D-4182-B771-CB626472BD81}"/>
    <pc:docChg chg="modSld">
      <pc:chgData name="Behroz Mirza" userId="46207bc9-96f8-4272-8ebb-3dbc8a33c35e" providerId="ADAL" clId="{EA4FDB21-DE8D-4182-B771-CB626472BD81}" dt="2025-08-19T09:12:23.627" v="68" actId="207"/>
      <pc:docMkLst>
        <pc:docMk/>
      </pc:docMkLst>
      <pc:sldChg chg="modSp">
        <pc:chgData name="Behroz Mirza" userId="46207bc9-96f8-4272-8ebb-3dbc8a33c35e" providerId="ADAL" clId="{EA4FDB21-DE8D-4182-B771-CB626472BD81}" dt="2025-08-19T08:53:24.196" v="66" actId="113"/>
        <pc:sldMkLst>
          <pc:docMk/>
          <pc:sldMk cId="2460187043" sldId="268"/>
        </pc:sldMkLst>
        <pc:spChg chg="mod">
          <ac:chgData name="Behroz Mirza" userId="46207bc9-96f8-4272-8ebb-3dbc8a33c35e" providerId="ADAL" clId="{EA4FDB21-DE8D-4182-B771-CB626472BD81}" dt="2025-08-19T08:53:24.196" v="66" actId="113"/>
          <ac:spMkLst>
            <pc:docMk/>
            <pc:sldMk cId="2460187043" sldId="268"/>
            <ac:spMk id="48" creationId="{00000000-0000-0000-0000-000000000000}"/>
          </ac:spMkLst>
        </pc:spChg>
      </pc:sldChg>
      <pc:sldChg chg="modSp modAnim">
        <pc:chgData name="Behroz Mirza" userId="46207bc9-96f8-4272-8ebb-3dbc8a33c35e" providerId="ADAL" clId="{EA4FDB21-DE8D-4182-B771-CB626472BD81}" dt="2025-08-19T09:12:23.627" v="68" actId="207"/>
        <pc:sldMkLst>
          <pc:docMk/>
          <pc:sldMk cId="4067210225" sldId="271"/>
        </pc:sldMkLst>
        <pc:spChg chg="mod">
          <ac:chgData name="Behroz Mirza" userId="46207bc9-96f8-4272-8ebb-3dbc8a33c35e" providerId="ADAL" clId="{EA4FDB21-DE8D-4182-B771-CB626472BD81}" dt="2025-08-19T09:12:23.627" v="68" actId="207"/>
          <ac:spMkLst>
            <pc:docMk/>
            <pc:sldMk cId="4067210225" sldId="27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582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Goal-</a:t>
            </a:r>
            <a:r>
              <a:rPr lang="en-US" sz="1200" baseline="0" dirty="0"/>
              <a:t> Precise mathematical description 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73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0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78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18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44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965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0.png"/><Relationship Id="rId4" Type="http://schemas.openxmlformats.org/officeDocument/2006/relationships/image" Target="../media/image2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png"/><Relationship Id="rId11" Type="http://schemas.openxmlformats.org/officeDocument/2006/relationships/image" Target="../media/image43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3A98CB-CD8D-48EF-ACB9-47DFD0B58F29}"/>
              </a:ext>
            </a:extLst>
          </p:cNvPr>
          <p:cNvSpPr txBox="1"/>
          <p:nvPr/>
        </p:nvSpPr>
        <p:spPr>
          <a:xfrm>
            <a:off x="920399" y="1410881"/>
            <a:ext cx="599181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000" b="1" dirty="0"/>
              <a:t>Practical Automata: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000" b="1" dirty="0"/>
              <a:t>Automatic Supermarket Doors 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000" b="1" dirty="0"/>
              <a:t>Elevators 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000" b="1" dirty="0"/>
              <a:t>Vending Machines: Track 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000" b="1" dirty="0"/>
              <a:t>Traffic Lights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000" b="1" dirty="0"/>
              <a:t>Lexical Analyzers (Compilers): 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000" b="1" dirty="0"/>
              <a:t>Email Input Verifiers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1B124F-EDC1-40C7-AD6E-DA756D9FB252}"/>
              </a:ext>
            </a:extLst>
          </p:cNvPr>
          <p:cNvSpPr txBox="1"/>
          <p:nvPr/>
        </p:nvSpPr>
        <p:spPr>
          <a:xfrm>
            <a:off x="377240" y="0"/>
            <a:ext cx="112965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Lecture 2: DFA (FSM)</a:t>
            </a:r>
          </a:p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Let’s begin:  Finite Automata</a:t>
            </a:r>
          </a:p>
        </p:txBody>
      </p:sp>
    </p:spTree>
    <p:extLst>
      <p:ext uri="{BB962C8B-B14F-4D97-AF65-F5344CB8AC3E}">
        <p14:creationId xmlns:p14="http://schemas.microsoft.com/office/powerpoint/2010/main" val="809596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681965" y="2302977"/>
                <a:ext cx="5991814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000" b="1" dirty="0"/>
                  <a:t>Input:</a:t>
                </a:r>
                <a:r>
                  <a:rPr lang="en-US" sz="2000" dirty="0"/>
                  <a:t>  finite string</a:t>
                </a:r>
                <a:br>
                  <a:rPr lang="en-US" sz="2000" dirty="0"/>
                </a:br>
                <a:r>
                  <a:rPr lang="en-US" sz="2000" b="1" dirty="0"/>
                  <a:t>Output:</a:t>
                </a:r>
                <a:r>
                  <a:rPr lang="en-US" sz="2000" dirty="0"/>
                  <a:t>  </a:t>
                </a:r>
                <a:r>
                  <a:rPr lang="en-US" sz="2000" u="sng" dirty="0"/>
                  <a:t>Accept</a:t>
                </a:r>
                <a:r>
                  <a:rPr lang="en-US" sz="2000" dirty="0"/>
                  <a:t> or </a:t>
                </a:r>
                <a:r>
                  <a:rPr lang="en-US" sz="2000" u="sng" dirty="0"/>
                  <a:t>Reject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/>
                  <a:t>Computation process:  </a:t>
                </a:r>
                <a:r>
                  <a:rPr lang="en-US" sz="2000" dirty="0"/>
                  <a:t>Begin at start state,</a:t>
                </a:r>
                <a:br>
                  <a:rPr lang="en-US" sz="2000" dirty="0"/>
                </a:br>
                <a:r>
                  <a:rPr lang="en-US" sz="2000" dirty="0"/>
                  <a:t>   read input symbols, follow corresponding transitions, </a:t>
                </a:r>
                <a:br>
                  <a:rPr lang="en-US" sz="2000" dirty="0"/>
                </a:br>
                <a:r>
                  <a:rPr lang="en-US" sz="2000" dirty="0"/>
                  <a:t>   </a:t>
                </a:r>
                <a:r>
                  <a:rPr lang="en-US" sz="2000" u="sng" dirty="0"/>
                  <a:t>Accept</a:t>
                </a:r>
                <a:r>
                  <a:rPr lang="en-US" sz="2000" dirty="0"/>
                  <a:t> if end with accept state, </a:t>
                </a:r>
                <a:r>
                  <a:rPr lang="en-US" sz="2000" u="sng" dirty="0"/>
                  <a:t>Reject</a:t>
                </a:r>
                <a:r>
                  <a:rPr lang="en-US" sz="2000" dirty="0"/>
                  <a:t> if not.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/>
                  <a:t>Examples:</a:t>
                </a:r>
                <a:r>
                  <a:rPr lang="en-US" sz="2000" dirty="0"/>
                  <a:t>  01101 → Accept </a:t>
                </a:r>
                <a:br>
                  <a:rPr lang="en-US" sz="2000" dirty="0"/>
                </a:br>
                <a:r>
                  <a:rPr lang="en-US" sz="2000" dirty="0"/>
                  <a:t>                     00101 → Reject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 accepts exactly those strings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where</a:t>
                </a:r>
                <a:br>
                  <a:rPr lang="en-US" sz="2000" dirty="0"/>
                </a:br>
                <a:r>
                  <a:rPr lang="en-US" sz="2000" dirty="0"/>
                  <a:t>     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contains substring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11}.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965" y="2302977"/>
                <a:ext cx="5991814" cy="3323987"/>
              </a:xfrm>
              <a:prstGeom prst="rect">
                <a:avLst/>
              </a:prstGeom>
              <a:blipFill>
                <a:blip r:embed="rId3"/>
                <a:stretch>
                  <a:fillRect l="-1017" t="-1101" b="-238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77240" y="0"/>
            <a:ext cx="112965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solidFill>
                  <a:schemeClr val="accent1">
                    <a:lumMod val="60000"/>
                    <a:lumOff val="40000"/>
                  </a:schemeClr>
                </a:solidFill>
              </a:rPr>
              <a:t>Lecture 2: </a:t>
            </a:r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DFA (FSM)</a:t>
            </a:r>
          </a:p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Let’s begin:  Finite Automata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77241" y="896827"/>
            <a:ext cx="4571186" cy="1327137"/>
            <a:chOff x="413068" y="587327"/>
            <a:chExt cx="4571186" cy="1327137"/>
          </a:xfrm>
        </p:grpSpPr>
        <p:sp>
          <p:nvSpPr>
            <p:cNvPr id="2" name="Oval 1"/>
            <p:cNvSpPr/>
            <p:nvPr/>
          </p:nvSpPr>
          <p:spPr>
            <a:xfrm>
              <a:off x="1133341" y="11977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2444839" y="11977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3756337" y="11977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3820498" y="1264881"/>
              <a:ext cx="425468" cy="4452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1549400" y="1057208"/>
              <a:ext cx="965200" cy="212792"/>
            </a:xfrm>
            <a:custGeom>
              <a:avLst/>
              <a:gdLst>
                <a:gd name="connsiteX0" fmla="*/ 0 w 965200"/>
                <a:gd name="connsiteY0" fmla="*/ 178110 h 216210"/>
                <a:gd name="connsiteX1" fmla="*/ 609600 w 965200"/>
                <a:gd name="connsiteY1" fmla="*/ 310 h 216210"/>
                <a:gd name="connsiteX2" fmla="*/ 965200 w 965200"/>
                <a:gd name="connsiteY2" fmla="*/ 216210 h 216210"/>
                <a:gd name="connsiteX0" fmla="*/ 0 w 965200"/>
                <a:gd name="connsiteY0" fmla="*/ 174946 h 213046"/>
                <a:gd name="connsiteX1" fmla="*/ 53340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692 h 212792"/>
                <a:gd name="connsiteX1" fmla="*/ 501650 w 965200"/>
                <a:gd name="connsiteY1" fmla="*/ 67 h 212792"/>
                <a:gd name="connsiteX2" fmla="*/ 965200 w 965200"/>
                <a:gd name="connsiteY2" fmla="*/ 212792 h 21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5200" h="212792">
                  <a:moveTo>
                    <a:pt x="0" y="174692"/>
                  </a:moveTo>
                  <a:cubicBezTo>
                    <a:pt x="224366" y="82617"/>
                    <a:pt x="340783" y="3242"/>
                    <a:pt x="501650" y="67"/>
                  </a:cubicBezTo>
                  <a:cubicBezTo>
                    <a:pt x="662517" y="-3108"/>
                    <a:pt x="867833" y="108017"/>
                    <a:pt x="965200" y="212792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eeform 11"/>
            <p:cNvSpPr/>
            <p:nvPr/>
          </p:nvSpPr>
          <p:spPr>
            <a:xfrm rot="10482408">
              <a:off x="1567398" y="1692601"/>
              <a:ext cx="965200" cy="212792"/>
            </a:xfrm>
            <a:custGeom>
              <a:avLst/>
              <a:gdLst>
                <a:gd name="connsiteX0" fmla="*/ 0 w 965200"/>
                <a:gd name="connsiteY0" fmla="*/ 178110 h 216210"/>
                <a:gd name="connsiteX1" fmla="*/ 609600 w 965200"/>
                <a:gd name="connsiteY1" fmla="*/ 310 h 216210"/>
                <a:gd name="connsiteX2" fmla="*/ 965200 w 965200"/>
                <a:gd name="connsiteY2" fmla="*/ 216210 h 216210"/>
                <a:gd name="connsiteX0" fmla="*/ 0 w 965200"/>
                <a:gd name="connsiteY0" fmla="*/ 174946 h 213046"/>
                <a:gd name="connsiteX1" fmla="*/ 53340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692 h 212792"/>
                <a:gd name="connsiteX1" fmla="*/ 501650 w 965200"/>
                <a:gd name="connsiteY1" fmla="*/ 67 h 212792"/>
                <a:gd name="connsiteX2" fmla="*/ 965200 w 965200"/>
                <a:gd name="connsiteY2" fmla="*/ 212792 h 21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5200" h="212792">
                  <a:moveTo>
                    <a:pt x="0" y="174692"/>
                  </a:moveTo>
                  <a:cubicBezTo>
                    <a:pt x="224366" y="82617"/>
                    <a:pt x="340783" y="3242"/>
                    <a:pt x="501650" y="67"/>
                  </a:cubicBezTo>
                  <a:cubicBezTo>
                    <a:pt x="662517" y="-3108"/>
                    <a:pt x="867833" y="108017"/>
                    <a:pt x="965200" y="212792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4" name="Straight Arrow Connector 13"/>
            <p:cNvCxnSpPr>
              <a:stCxn id="6" idx="6"/>
              <a:endCxn id="7" idx="2"/>
            </p:cNvCxnSpPr>
            <p:nvPr/>
          </p:nvCxnSpPr>
          <p:spPr>
            <a:xfrm>
              <a:off x="2998630" y="1487510"/>
              <a:ext cx="75770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reeform 15"/>
            <p:cNvSpPr/>
            <p:nvPr/>
          </p:nvSpPr>
          <p:spPr>
            <a:xfrm>
              <a:off x="4193383" y="1116644"/>
              <a:ext cx="383682" cy="339885"/>
            </a:xfrm>
            <a:custGeom>
              <a:avLst/>
              <a:gdLst>
                <a:gd name="connsiteX0" fmla="*/ 0 w 446175"/>
                <a:gd name="connsiteY0" fmla="*/ 147014 h 413714"/>
                <a:gd name="connsiteX1" fmla="*/ 241300 w 446175"/>
                <a:gd name="connsiteY1" fmla="*/ 964 h 413714"/>
                <a:gd name="connsiteX2" fmla="*/ 444500 w 446175"/>
                <a:gd name="connsiteY2" fmla="*/ 210514 h 413714"/>
                <a:gd name="connsiteX3" fmla="*/ 127000 w 446175"/>
                <a:gd name="connsiteY3" fmla="*/ 413714 h 413714"/>
                <a:gd name="connsiteX0" fmla="*/ 0 w 383473"/>
                <a:gd name="connsiteY0" fmla="*/ 147579 h 414279"/>
                <a:gd name="connsiteX1" fmla="*/ 241300 w 383473"/>
                <a:gd name="connsiteY1" fmla="*/ 1529 h 414279"/>
                <a:gd name="connsiteX2" fmla="*/ 381000 w 383473"/>
                <a:gd name="connsiteY2" fmla="*/ 230129 h 414279"/>
                <a:gd name="connsiteX3" fmla="*/ 127000 w 383473"/>
                <a:gd name="connsiteY3" fmla="*/ 414279 h 414279"/>
                <a:gd name="connsiteX0" fmla="*/ 0 w 383869"/>
                <a:gd name="connsiteY0" fmla="*/ 116583 h 383283"/>
                <a:gd name="connsiteX1" fmla="*/ 247650 w 383869"/>
                <a:gd name="connsiteY1" fmla="*/ 2283 h 383283"/>
                <a:gd name="connsiteX2" fmla="*/ 381000 w 383869"/>
                <a:gd name="connsiteY2" fmla="*/ 199133 h 383283"/>
                <a:gd name="connsiteX3" fmla="*/ 127000 w 383869"/>
                <a:gd name="connsiteY3" fmla="*/ 383283 h 383283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8429 h 339885"/>
                <a:gd name="connsiteX1" fmla="*/ 247650 w 383682"/>
                <a:gd name="connsiteY1" fmla="*/ 4129 h 339885"/>
                <a:gd name="connsiteX2" fmla="*/ 381000 w 383682"/>
                <a:gd name="connsiteY2" fmla="*/ 200979 h 339885"/>
                <a:gd name="connsiteX3" fmla="*/ 131763 w 383682"/>
                <a:gd name="connsiteY3" fmla="*/ 339885 h 33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682" h="339885">
                  <a:moveTo>
                    <a:pt x="0" y="118429"/>
                  </a:moveTo>
                  <a:cubicBezTo>
                    <a:pt x="52652" y="6775"/>
                    <a:pt x="184150" y="-9629"/>
                    <a:pt x="247650" y="4129"/>
                  </a:cubicBezTo>
                  <a:cubicBezTo>
                    <a:pt x="311150" y="17887"/>
                    <a:pt x="400314" y="145020"/>
                    <a:pt x="381000" y="200979"/>
                  </a:cubicBezTo>
                  <a:cubicBezTo>
                    <a:pt x="361686" y="256938"/>
                    <a:pt x="292894" y="315543"/>
                    <a:pt x="131763" y="339885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850006" y="1487510"/>
              <a:ext cx="28333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/>
                <p:cNvSpPr/>
                <p:nvPr/>
              </p:nvSpPr>
              <p:spPr>
                <a:xfrm>
                  <a:off x="413068" y="739861"/>
                  <a:ext cx="62869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068" y="739861"/>
                  <a:ext cx="628698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1180031" y="1256474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0031" y="1256474"/>
                  <a:ext cx="474810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/>
                <p:cNvSpPr/>
                <p:nvPr/>
              </p:nvSpPr>
              <p:spPr>
                <a:xfrm>
                  <a:off x="2491545" y="1256474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1" name="Rectangle 2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1545" y="1256474"/>
                  <a:ext cx="474810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3796709" y="1246949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6709" y="1246949"/>
                  <a:ext cx="474810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7576"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Rectangle 22"/>
            <p:cNvSpPr/>
            <p:nvPr/>
          </p:nvSpPr>
          <p:spPr>
            <a:xfrm>
              <a:off x="3210480" y="1118178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507842" y="931978"/>
              <a:ext cx="4764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0,1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0539" y="1545132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881157" y="687876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27" name="Freeform 26"/>
            <p:cNvSpPr/>
            <p:nvPr/>
          </p:nvSpPr>
          <p:spPr>
            <a:xfrm rot="17874118">
              <a:off x="1188749" y="912272"/>
              <a:ext cx="383682" cy="339885"/>
            </a:xfrm>
            <a:custGeom>
              <a:avLst/>
              <a:gdLst>
                <a:gd name="connsiteX0" fmla="*/ 0 w 446175"/>
                <a:gd name="connsiteY0" fmla="*/ 147014 h 413714"/>
                <a:gd name="connsiteX1" fmla="*/ 241300 w 446175"/>
                <a:gd name="connsiteY1" fmla="*/ 964 h 413714"/>
                <a:gd name="connsiteX2" fmla="*/ 444500 w 446175"/>
                <a:gd name="connsiteY2" fmla="*/ 210514 h 413714"/>
                <a:gd name="connsiteX3" fmla="*/ 127000 w 446175"/>
                <a:gd name="connsiteY3" fmla="*/ 413714 h 413714"/>
                <a:gd name="connsiteX0" fmla="*/ 0 w 383473"/>
                <a:gd name="connsiteY0" fmla="*/ 147579 h 414279"/>
                <a:gd name="connsiteX1" fmla="*/ 241300 w 383473"/>
                <a:gd name="connsiteY1" fmla="*/ 1529 h 414279"/>
                <a:gd name="connsiteX2" fmla="*/ 381000 w 383473"/>
                <a:gd name="connsiteY2" fmla="*/ 230129 h 414279"/>
                <a:gd name="connsiteX3" fmla="*/ 127000 w 383473"/>
                <a:gd name="connsiteY3" fmla="*/ 414279 h 414279"/>
                <a:gd name="connsiteX0" fmla="*/ 0 w 383869"/>
                <a:gd name="connsiteY0" fmla="*/ 116583 h 383283"/>
                <a:gd name="connsiteX1" fmla="*/ 247650 w 383869"/>
                <a:gd name="connsiteY1" fmla="*/ 2283 h 383283"/>
                <a:gd name="connsiteX2" fmla="*/ 381000 w 383869"/>
                <a:gd name="connsiteY2" fmla="*/ 199133 h 383283"/>
                <a:gd name="connsiteX3" fmla="*/ 127000 w 383869"/>
                <a:gd name="connsiteY3" fmla="*/ 383283 h 383283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8429 h 339885"/>
                <a:gd name="connsiteX1" fmla="*/ 247650 w 383682"/>
                <a:gd name="connsiteY1" fmla="*/ 4129 h 339885"/>
                <a:gd name="connsiteX2" fmla="*/ 381000 w 383682"/>
                <a:gd name="connsiteY2" fmla="*/ 200979 h 339885"/>
                <a:gd name="connsiteX3" fmla="*/ 131763 w 383682"/>
                <a:gd name="connsiteY3" fmla="*/ 339885 h 33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682" h="339885">
                  <a:moveTo>
                    <a:pt x="0" y="118429"/>
                  </a:moveTo>
                  <a:cubicBezTo>
                    <a:pt x="52652" y="6775"/>
                    <a:pt x="184150" y="-9629"/>
                    <a:pt x="247650" y="4129"/>
                  </a:cubicBezTo>
                  <a:cubicBezTo>
                    <a:pt x="311150" y="17887"/>
                    <a:pt x="400314" y="145020"/>
                    <a:pt x="381000" y="200979"/>
                  </a:cubicBezTo>
                  <a:cubicBezTo>
                    <a:pt x="361686" y="256938"/>
                    <a:pt x="292894" y="315543"/>
                    <a:pt x="131763" y="339885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229747" y="587327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29749" y="6380035"/>
            <a:ext cx="3645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Credits: Prof. Michael Sipser, MIT</a:t>
            </a:r>
            <a:endParaRPr lang="en-US" sz="2000" dirty="0"/>
          </a:p>
        </p:txBody>
      </p:sp>
      <p:grpSp>
        <p:nvGrpSpPr>
          <p:cNvPr id="38" name="Group 37"/>
          <p:cNvGrpSpPr/>
          <p:nvPr/>
        </p:nvGrpSpPr>
        <p:grpSpPr>
          <a:xfrm>
            <a:off x="2355319" y="3223908"/>
            <a:ext cx="757707" cy="307777"/>
            <a:chOff x="2094993" y="3298333"/>
            <a:chExt cx="757707" cy="307777"/>
          </a:xfrm>
        </p:grpSpPr>
        <p:cxnSp>
          <p:nvCxnSpPr>
            <p:cNvPr id="29" name="Straight Arrow Connector 28"/>
            <p:cNvCxnSpPr/>
            <p:nvPr/>
          </p:nvCxnSpPr>
          <p:spPr>
            <a:xfrm>
              <a:off x="2094993" y="3565483"/>
              <a:ext cx="75770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/>
            <p:cNvSpPr/>
            <p:nvPr/>
          </p:nvSpPr>
          <p:spPr>
            <a:xfrm>
              <a:off x="2306820" y="3298333"/>
              <a:ext cx="27603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/>
                <a:t>1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221769" y="3832895"/>
            <a:ext cx="621415" cy="353805"/>
            <a:chOff x="1980125" y="3669985"/>
            <a:chExt cx="621415" cy="353805"/>
          </a:xfrm>
        </p:grpSpPr>
        <p:sp>
          <p:nvSpPr>
            <p:cNvPr id="34" name="Oval 33"/>
            <p:cNvSpPr/>
            <p:nvPr/>
          </p:nvSpPr>
          <p:spPr>
            <a:xfrm>
              <a:off x="2263460" y="3669985"/>
              <a:ext cx="338080" cy="353805"/>
            </a:xfrm>
            <a:prstGeom prst="ellips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1980125" y="3842161"/>
              <a:ext cx="28333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/>
          <p:cNvGrpSpPr/>
          <p:nvPr/>
        </p:nvGrpSpPr>
        <p:grpSpPr>
          <a:xfrm>
            <a:off x="2697655" y="4347633"/>
            <a:ext cx="345724" cy="361805"/>
            <a:chOff x="2263460" y="4381396"/>
            <a:chExt cx="553791" cy="579550"/>
          </a:xfrm>
        </p:grpSpPr>
        <p:sp>
          <p:nvSpPr>
            <p:cNvPr id="42" name="Oval 41"/>
            <p:cNvSpPr/>
            <p:nvPr/>
          </p:nvSpPr>
          <p:spPr>
            <a:xfrm>
              <a:off x="2263460" y="4381396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2327621" y="4448542"/>
              <a:ext cx="425468" cy="4452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792689" y="5814793"/>
                <a:ext cx="1028931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/>
                  <a:t>Say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the language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/>
                  <a:t>and that</a:t>
                </a:r>
                <a:r>
                  <a:rPr lang="en-US" sz="2400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recognizes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/>
                  <a:t>and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.</a:t>
                </a:r>
                <a:b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400" b="1" dirty="0"/>
                  <a:t>So, Language of a Machine is the set of strings it accepts</a:t>
                </a: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689" y="5814793"/>
                <a:ext cx="10289317" cy="830997"/>
              </a:xfrm>
              <a:prstGeom prst="rect">
                <a:avLst/>
              </a:prstGeom>
              <a:blipFill>
                <a:blip r:embed="rId8"/>
                <a:stretch>
                  <a:fillRect l="-889" t="-5882" b="-1617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668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" grpId="0" uiExpand="1" build="p"/>
      <p:bldP spid="4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0"/>
            <a:ext cx="81028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Finite Automata – Formal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2900" y="1542955"/>
                <a:ext cx="7032425" cy="2769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Defn:  </a:t>
                </a:r>
                <a:r>
                  <a:rPr lang="en-US" sz="2400" dirty="0"/>
                  <a:t>A </a:t>
                </a:r>
                <a:r>
                  <a:rPr lang="en-US" sz="2400" u="sng" dirty="0"/>
                  <a:t>finite automaton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 is a 5-tuple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400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40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:endParaRPr lang="en-US" sz="2400" b="1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   finite set of states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000" dirty="0"/>
                  <a:t>    finite set of alphabet symbols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r>
                      <a:rPr lang="el-GR" sz="2000" i="1" dirty="0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000" dirty="0"/>
                  <a:t>    transition function  </a:t>
                </a:r>
                <a14:m>
                  <m:oMath xmlns:m="http://schemas.openxmlformats.org/officeDocument/2006/math">
                    <m:r>
                      <a:rPr lang="el-GR" sz="200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l-GR" sz="2000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     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   start state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000" dirty="0"/>
                  <a:t> set of accept states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0" y="1542955"/>
                <a:ext cx="7032425" cy="2769989"/>
              </a:xfrm>
              <a:prstGeom prst="rect">
                <a:avLst/>
              </a:prstGeom>
              <a:blipFill>
                <a:blip r:embed="rId3"/>
                <a:stretch>
                  <a:fillRect l="-1388" t="-1758"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2710308" y="3203886"/>
            <a:ext cx="3984778" cy="501155"/>
            <a:chOff x="2710308" y="3203886"/>
            <a:chExt cx="3984778" cy="5011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2710308" y="3304931"/>
                  <a:ext cx="262828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l-GR" sz="200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) = 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000" dirty="0"/>
                    <a:t> means  </a:t>
                  </a:r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0308" y="3304931"/>
                  <a:ext cx="2628284" cy="400110"/>
                </a:xfrm>
                <a:prstGeom prst="rect">
                  <a:avLst/>
                </a:prstGeom>
                <a:blipFill>
                  <a:blip r:embed="rId4"/>
                  <a:stretch>
                    <a:fillRect t="-7576" r="-1392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Group 13"/>
            <p:cNvGrpSpPr/>
            <p:nvPr/>
          </p:nvGrpSpPr>
          <p:grpSpPr>
            <a:xfrm>
              <a:off x="5247173" y="3203886"/>
              <a:ext cx="1447913" cy="499900"/>
              <a:chOff x="5588995" y="3188611"/>
              <a:chExt cx="1447913" cy="499900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6669480" y="3325914"/>
                <a:ext cx="338080" cy="353805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Arrow Connector 7"/>
              <p:cNvCxnSpPr/>
              <p:nvPr/>
            </p:nvCxnSpPr>
            <p:spPr>
              <a:xfrm flipV="1">
                <a:off x="5927075" y="3506882"/>
                <a:ext cx="742405" cy="47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5588995" y="3354482"/>
                <a:ext cx="338080" cy="334029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/>
                  <p:cNvSpPr/>
                  <p:nvPr/>
                </p:nvSpPr>
                <p:spPr>
                  <a:xfrm>
                    <a:off x="5599439" y="3298001"/>
                    <a:ext cx="36958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" name="Rectangle 1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99439" y="3298001"/>
                    <a:ext cx="369588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1"/>
                  <p:cNvSpPr/>
                  <p:nvPr/>
                </p:nvSpPr>
                <p:spPr>
                  <a:xfrm>
                    <a:off x="6685273" y="3288401"/>
                    <a:ext cx="35163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Rectangle 1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85273" y="3288401"/>
                    <a:ext cx="351635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" name="Rectangle 12"/>
              <p:cNvSpPr/>
              <p:nvPr/>
            </p:nvSpPr>
            <p:spPr>
              <a:xfrm>
                <a:off x="6153212" y="3188611"/>
                <a:ext cx="2952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a</a:t>
                </a:r>
              </a:p>
            </p:txBody>
          </p:sp>
        </p:grpSp>
      </p:grpSp>
      <p:grpSp>
        <p:nvGrpSpPr>
          <p:cNvPr id="16" name="Group 15"/>
          <p:cNvGrpSpPr/>
          <p:nvPr/>
        </p:nvGrpSpPr>
        <p:grpSpPr>
          <a:xfrm>
            <a:off x="7588123" y="3337726"/>
            <a:ext cx="3736900" cy="1145542"/>
            <a:chOff x="380722" y="533597"/>
            <a:chExt cx="4684103" cy="1435903"/>
          </a:xfrm>
        </p:grpSpPr>
        <p:sp>
          <p:nvSpPr>
            <p:cNvPr id="17" name="Oval 16"/>
            <p:cNvSpPr/>
            <p:nvPr/>
          </p:nvSpPr>
          <p:spPr>
            <a:xfrm>
              <a:off x="1133341" y="11977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2444839" y="11977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3756337" y="11977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3820498" y="1264881"/>
              <a:ext cx="425468" cy="4452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549400" y="1057208"/>
              <a:ext cx="965200" cy="212792"/>
            </a:xfrm>
            <a:custGeom>
              <a:avLst/>
              <a:gdLst>
                <a:gd name="connsiteX0" fmla="*/ 0 w 965200"/>
                <a:gd name="connsiteY0" fmla="*/ 178110 h 216210"/>
                <a:gd name="connsiteX1" fmla="*/ 609600 w 965200"/>
                <a:gd name="connsiteY1" fmla="*/ 310 h 216210"/>
                <a:gd name="connsiteX2" fmla="*/ 965200 w 965200"/>
                <a:gd name="connsiteY2" fmla="*/ 216210 h 216210"/>
                <a:gd name="connsiteX0" fmla="*/ 0 w 965200"/>
                <a:gd name="connsiteY0" fmla="*/ 174946 h 213046"/>
                <a:gd name="connsiteX1" fmla="*/ 53340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692 h 212792"/>
                <a:gd name="connsiteX1" fmla="*/ 501650 w 965200"/>
                <a:gd name="connsiteY1" fmla="*/ 67 h 212792"/>
                <a:gd name="connsiteX2" fmla="*/ 965200 w 965200"/>
                <a:gd name="connsiteY2" fmla="*/ 212792 h 21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5200" h="212792">
                  <a:moveTo>
                    <a:pt x="0" y="174692"/>
                  </a:moveTo>
                  <a:cubicBezTo>
                    <a:pt x="224366" y="82617"/>
                    <a:pt x="340783" y="3242"/>
                    <a:pt x="501650" y="67"/>
                  </a:cubicBezTo>
                  <a:cubicBezTo>
                    <a:pt x="662517" y="-3108"/>
                    <a:pt x="867833" y="108017"/>
                    <a:pt x="965200" y="212792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 rot="10482408">
              <a:off x="1567398" y="1692601"/>
              <a:ext cx="965200" cy="212792"/>
            </a:xfrm>
            <a:custGeom>
              <a:avLst/>
              <a:gdLst>
                <a:gd name="connsiteX0" fmla="*/ 0 w 965200"/>
                <a:gd name="connsiteY0" fmla="*/ 178110 h 216210"/>
                <a:gd name="connsiteX1" fmla="*/ 609600 w 965200"/>
                <a:gd name="connsiteY1" fmla="*/ 310 h 216210"/>
                <a:gd name="connsiteX2" fmla="*/ 965200 w 965200"/>
                <a:gd name="connsiteY2" fmla="*/ 216210 h 216210"/>
                <a:gd name="connsiteX0" fmla="*/ 0 w 965200"/>
                <a:gd name="connsiteY0" fmla="*/ 174946 h 213046"/>
                <a:gd name="connsiteX1" fmla="*/ 53340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692 h 212792"/>
                <a:gd name="connsiteX1" fmla="*/ 501650 w 965200"/>
                <a:gd name="connsiteY1" fmla="*/ 67 h 212792"/>
                <a:gd name="connsiteX2" fmla="*/ 965200 w 965200"/>
                <a:gd name="connsiteY2" fmla="*/ 212792 h 21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5200" h="212792">
                  <a:moveTo>
                    <a:pt x="0" y="174692"/>
                  </a:moveTo>
                  <a:cubicBezTo>
                    <a:pt x="224366" y="82617"/>
                    <a:pt x="340783" y="3242"/>
                    <a:pt x="501650" y="67"/>
                  </a:cubicBezTo>
                  <a:cubicBezTo>
                    <a:pt x="662517" y="-3108"/>
                    <a:pt x="867833" y="108017"/>
                    <a:pt x="965200" y="212792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23" name="Straight Arrow Connector 22"/>
            <p:cNvCxnSpPr>
              <a:stCxn id="18" idx="6"/>
              <a:endCxn id="19" idx="2"/>
            </p:cNvCxnSpPr>
            <p:nvPr/>
          </p:nvCxnSpPr>
          <p:spPr>
            <a:xfrm>
              <a:off x="2998630" y="1487510"/>
              <a:ext cx="75770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 23"/>
            <p:cNvSpPr/>
            <p:nvPr/>
          </p:nvSpPr>
          <p:spPr>
            <a:xfrm>
              <a:off x="4193383" y="1116644"/>
              <a:ext cx="383682" cy="339885"/>
            </a:xfrm>
            <a:custGeom>
              <a:avLst/>
              <a:gdLst>
                <a:gd name="connsiteX0" fmla="*/ 0 w 446175"/>
                <a:gd name="connsiteY0" fmla="*/ 147014 h 413714"/>
                <a:gd name="connsiteX1" fmla="*/ 241300 w 446175"/>
                <a:gd name="connsiteY1" fmla="*/ 964 h 413714"/>
                <a:gd name="connsiteX2" fmla="*/ 444500 w 446175"/>
                <a:gd name="connsiteY2" fmla="*/ 210514 h 413714"/>
                <a:gd name="connsiteX3" fmla="*/ 127000 w 446175"/>
                <a:gd name="connsiteY3" fmla="*/ 413714 h 413714"/>
                <a:gd name="connsiteX0" fmla="*/ 0 w 383473"/>
                <a:gd name="connsiteY0" fmla="*/ 147579 h 414279"/>
                <a:gd name="connsiteX1" fmla="*/ 241300 w 383473"/>
                <a:gd name="connsiteY1" fmla="*/ 1529 h 414279"/>
                <a:gd name="connsiteX2" fmla="*/ 381000 w 383473"/>
                <a:gd name="connsiteY2" fmla="*/ 230129 h 414279"/>
                <a:gd name="connsiteX3" fmla="*/ 127000 w 383473"/>
                <a:gd name="connsiteY3" fmla="*/ 414279 h 414279"/>
                <a:gd name="connsiteX0" fmla="*/ 0 w 383869"/>
                <a:gd name="connsiteY0" fmla="*/ 116583 h 383283"/>
                <a:gd name="connsiteX1" fmla="*/ 247650 w 383869"/>
                <a:gd name="connsiteY1" fmla="*/ 2283 h 383283"/>
                <a:gd name="connsiteX2" fmla="*/ 381000 w 383869"/>
                <a:gd name="connsiteY2" fmla="*/ 199133 h 383283"/>
                <a:gd name="connsiteX3" fmla="*/ 127000 w 383869"/>
                <a:gd name="connsiteY3" fmla="*/ 383283 h 383283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8429 h 339885"/>
                <a:gd name="connsiteX1" fmla="*/ 247650 w 383682"/>
                <a:gd name="connsiteY1" fmla="*/ 4129 h 339885"/>
                <a:gd name="connsiteX2" fmla="*/ 381000 w 383682"/>
                <a:gd name="connsiteY2" fmla="*/ 200979 h 339885"/>
                <a:gd name="connsiteX3" fmla="*/ 131763 w 383682"/>
                <a:gd name="connsiteY3" fmla="*/ 339885 h 33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682" h="339885">
                  <a:moveTo>
                    <a:pt x="0" y="118429"/>
                  </a:moveTo>
                  <a:cubicBezTo>
                    <a:pt x="52652" y="6775"/>
                    <a:pt x="184150" y="-9629"/>
                    <a:pt x="247650" y="4129"/>
                  </a:cubicBezTo>
                  <a:cubicBezTo>
                    <a:pt x="311150" y="17887"/>
                    <a:pt x="400314" y="145020"/>
                    <a:pt x="381000" y="200979"/>
                  </a:cubicBezTo>
                  <a:cubicBezTo>
                    <a:pt x="361686" y="256938"/>
                    <a:pt x="292894" y="315543"/>
                    <a:pt x="131763" y="339885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850006" y="1487510"/>
              <a:ext cx="28333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380722" y="641709"/>
                  <a:ext cx="695627" cy="50152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722" y="641709"/>
                  <a:ext cx="695627" cy="50152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1181932" y="1178867"/>
                  <a:ext cx="561002" cy="46294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1932" y="1178867"/>
                  <a:ext cx="561002" cy="462947"/>
                </a:xfrm>
                <a:prstGeom prst="rect">
                  <a:avLst/>
                </a:prstGeom>
                <a:blipFill>
                  <a:blip r:embed="rId8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/>
                <p:cNvSpPr/>
                <p:nvPr/>
              </p:nvSpPr>
              <p:spPr>
                <a:xfrm>
                  <a:off x="2483925" y="1181858"/>
                  <a:ext cx="561002" cy="46294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 baseline="-25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Rectangle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3925" y="1181858"/>
                  <a:ext cx="561002" cy="462947"/>
                </a:xfrm>
                <a:prstGeom prst="rect">
                  <a:avLst/>
                </a:prstGeom>
                <a:blipFill>
                  <a:blip r:embed="rId9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/>
                <p:cNvSpPr/>
                <p:nvPr/>
              </p:nvSpPr>
              <p:spPr>
                <a:xfrm>
                  <a:off x="3788899" y="1193791"/>
                  <a:ext cx="561002" cy="46294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 baseline="-2500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Rectangle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8899" y="1193791"/>
                  <a:ext cx="561002" cy="462947"/>
                </a:xfrm>
                <a:prstGeom prst="rect">
                  <a:avLst/>
                </a:prstGeom>
                <a:blipFill>
                  <a:blip r:embed="rId10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Rectangle 29"/>
            <p:cNvSpPr/>
            <p:nvPr/>
          </p:nvSpPr>
          <p:spPr>
            <a:xfrm>
              <a:off x="3210480" y="1118178"/>
              <a:ext cx="362081" cy="424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507842" y="931977"/>
              <a:ext cx="556983" cy="4243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0,1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900539" y="1545132"/>
              <a:ext cx="362081" cy="424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881157" y="687876"/>
              <a:ext cx="362081" cy="424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34" name="Freeform 33"/>
            <p:cNvSpPr/>
            <p:nvPr/>
          </p:nvSpPr>
          <p:spPr>
            <a:xfrm rot="17874118">
              <a:off x="1188749" y="912272"/>
              <a:ext cx="383682" cy="339885"/>
            </a:xfrm>
            <a:custGeom>
              <a:avLst/>
              <a:gdLst>
                <a:gd name="connsiteX0" fmla="*/ 0 w 446175"/>
                <a:gd name="connsiteY0" fmla="*/ 147014 h 413714"/>
                <a:gd name="connsiteX1" fmla="*/ 241300 w 446175"/>
                <a:gd name="connsiteY1" fmla="*/ 964 h 413714"/>
                <a:gd name="connsiteX2" fmla="*/ 444500 w 446175"/>
                <a:gd name="connsiteY2" fmla="*/ 210514 h 413714"/>
                <a:gd name="connsiteX3" fmla="*/ 127000 w 446175"/>
                <a:gd name="connsiteY3" fmla="*/ 413714 h 413714"/>
                <a:gd name="connsiteX0" fmla="*/ 0 w 383473"/>
                <a:gd name="connsiteY0" fmla="*/ 147579 h 414279"/>
                <a:gd name="connsiteX1" fmla="*/ 241300 w 383473"/>
                <a:gd name="connsiteY1" fmla="*/ 1529 h 414279"/>
                <a:gd name="connsiteX2" fmla="*/ 381000 w 383473"/>
                <a:gd name="connsiteY2" fmla="*/ 230129 h 414279"/>
                <a:gd name="connsiteX3" fmla="*/ 127000 w 383473"/>
                <a:gd name="connsiteY3" fmla="*/ 414279 h 414279"/>
                <a:gd name="connsiteX0" fmla="*/ 0 w 383869"/>
                <a:gd name="connsiteY0" fmla="*/ 116583 h 383283"/>
                <a:gd name="connsiteX1" fmla="*/ 247650 w 383869"/>
                <a:gd name="connsiteY1" fmla="*/ 2283 h 383283"/>
                <a:gd name="connsiteX2" fmla="*/ 381000 w 383869"/>
                <a:gd name="connsiteY2" fmla="*/ 199133 h 383283"/>
                <a:gd name="connsiteX3" fmla="*/ 127000 w 383869"/>
                <a:gd name="connsiteY3" fmla="*/ 383283 h 383283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8429 h 339885"/>
                <a:gd name="connsiteX1" fmla="*/ 247650 w 383682"/>
                <a:gd name="connsiteY1" fmla="*/ 4129 h 339885"/>
                <a:gd name="connsiteX2" fmla="*/ 381000 w 383682"/>
                <a:gd name="connsiteY2" fmla="*/ 200979 h 339885"/>
                <a:gd name="connsiteX3" fmla="*/ 131763 w 383682"/>
                <a:gd name="connsiteY3" fmla="*/ 339885 h 33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682" h="339885">
                  <a:moveTo>
                    <a:pt x="0" y="118429"/>
                  </a:moveTo>
                  <a:cubicBezTo>
                    <a:pt x="52652" y="6775"/>
                    <a:pt x="184150" y="-9629"/>
                    <a:pt x="247650" y="4129"/>
                  </a:cubicBezTo>
                  <a:cubicBezTo>
                    <a:pt x="311150" y="17887"/>
                    <a:pt x="400314" y="145020"/>
                    <a:pt x="381000" y="200979"/>
                  </a:cubicBezTo>
                  <a:cubicBezTo>
                    <a:pt x="361686" y="256938"/>
                    <a:pt x="292894" y="315543"/>
                    <a:pt x="131763" y="339885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229747" y="533597"/>
              <a:ext cx="362081" cy="424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497520" y="4625649"/>
                <a:ext cx="2606176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0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{0, 1}      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{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7520" y="4625649"/>
                <a:ext cx="2606176" cy="1785104"/>
              </a:xfrm>
              <a:prstGeom prst="rect">
                <a:avLst/>
              </a:prstGeom>
              <a:blipFill>
                <a:blip r:embed="rId11"/>
                <a:stretch>
                  <a:fillRect b="-2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7" name="Table 3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6312366"/>
                  </p:ext>
                </p:extLst>
              </p:nvPr>
            </p:nvGraphicFramePr>
            <p:xfrm>
              <a:off x="10692115" y="4825793"/>
              <a:ext cx="1404933" cy="1584960"/>
            </p:xfrm>
            <a:graphic>
              <a:graphicData uri="http://schemas.openxmlformats.org/drawingml/2006/table">
                <a:tbl>
                  <a:tblPr firstRow="1" firstCol="1">
                    <a:tableStyleId>{2D5ABB26-0587-4C30-8999-92F81FD0307C}</a:tableStyleId>
                  </a:tblPr>
                  <a:tblGrid>
                    <a:gridCol w="468311">
                      <a:extLst>
                        <a:ext uri="{9D8B030D-6E8A-4147-A177-3AD203B41FA5}">
                          <a16:colId xmlns:a16="http://schemas.microsoft.com/office/drawing/2014/main" val="2402605525"/>
                        </a:ext>
                      </a:extLst>
                    </a:gridCol>
                    <a:gridCol w="468311">
                      <a:extLst>
                        <a:ext uri="{9D8B030D-6E8A-4147-A177-3AD203B41FA5}">
                          <a16:colId xmlns:a16="http://schemas.microsoft.com/office/drawing/2014/main" val="2704911565"/>
                        </a:ext>
                      </a:extLst>
                    </a:gridCol>
                    <a:gridCol w="468311">
                      <a:extLst>
                        <a:ext uri="{9D8B030D-6E8A-4147-A177-3AD203B41FA5}">
                          <a16:colId xmlns:a16="http://schemas.microsoft.com/office/drawing/2014/main" val="106946783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267640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200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2000" i="1" baseline="-25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200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059715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2000" i="1" baseline="-25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  <m:r>
                                  <a:rPr kumimoji="0" lang="en-US" sz="2000" b="0" i="1" u="none" strike="noStrike" kern="1200" cap="none" spc="0" normalizeH="0" baseline="-2500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  <m:r>
                                  <a:rPr kumimoji="0" lang="en-US" sz="2000" b="0" i="1" u="none" strike="noStrike" kern="1200" cap="none" spc="0" normalizeH="0" baseline="-2500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63460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2000" i="1" baseline="-250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  <m:r>
                                  <a:rPr kumimoji="0" lang="en-US" sz="2000" b="0" i="1" u="none" strike="noStrike" kern="1200" cap="none" spc="0" normalizeH="0" baseline="-2500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  <m:r>
                                  <a:rPr kumimoji="0" lang="en-US" sz="2000" b="0" i="1" u="none" strike="noStrike" kern="1200" cap="none" spc="0" normalizeH="0" baseline="-2500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07571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7" name="Table 3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6312366"/>
                  </p:ext>
                </p:extLst>
              </p:nvPr>
            </p:nvGraphicFramePr>
            <p:xfrm>
              <a:off x="10692115" y="4825793"/>
              <a:ext cx="1404933" cy="1584960"/>
            </p:xfrm>
            <a:graphic>
              <a:graphicData uri="http://schemas.openxmlformats.org/drawingml/2006/table">
                <a:tbl>
                  <a:tblPr firstRow="1" firstCol="1">
                    <a:tableStyleId>{2D5ABB26-0587-4C30-8999-92F81FD0307C}</a:tableStyleId>
                  </a:tblPr>
                  <a:tblGrid>
                    <a:gridCol w="468311">
                      <a:extLst>
                        <a:ext uri="{9D8B030D-6E8A-4147-A177-3AD203B41FA5}">
                          <a16:colId xmlns:a16="http://schemas.microsoft.com/office/drawing/2014/main" val="2402605525"/>
                        </a:ext>
                      </a:extLst>
                    </a:gridCol>
                    <a:gridCol w="468311">
                      <a:extLst>
                        <a:ext uri="{9D8B030D-6E8A-4147-A177-3AD203B41FA5}">
                          <a16:colId xmlns:a16="http://schemas.microsoft.com/office/drawing/2014/main" val="2704911565"/>
                        </a:ext>
                      </a:extLst>
                    </a:gridCol>
                    <a:gridCol w="468311">
                      <a:extLst>
                        <a:ext uri="{9D8B030D-6E8A-4147-A177-3AD203B41FA5}">
                          <a16:colId xmlns:a16="http://schemas.microsoft.com/office/drawing/2014/main" val="1069467836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2676401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12"/>
                          <a:stretch>
                            <a:fillRect t="-106061" r="-202597" b="-2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12"/>
                          <a:stretch>
                            <a:fillRect l="-98718" t="-106061" r="-100000" b="-20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12"/>
                          <a:stretch>
                            <a:fillRect l="-201299" t="-106061" r="-1299" b="-20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971584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12"/>
                          <a:stretch>
                            <a:fillRect t="-209231" r="-202597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2"/>
                          <a:stretch>
                            <a:fillRect l="-98718" t="-209231" r="-100000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201299" t="-209231" r="-1299" b="-10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34603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12"/>
                          <a:stretch>
                            <a:fillRect t="-309231" r="-202597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12"/>
                          <a:stretch>
                            <a:fillRect l="-98718" t="-309231" r="-100000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2"/>
                          <a:stretch>
                            <a:fillRect l="-201299" t="-309231" r="-1299" b="-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07571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0337146" y="4725965"/>
                <a:ext cx="70993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sz="200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146" y="4725965"/>
                <a:ext cx="70993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7318551" y="2821458"/>
            <a:ext cx="12879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+mj-lt"/>
              </a:rPr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3725452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6" grpId="0" uiExpand="1" build="allAtOnce"/>
      <p:bldP spid="6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726" y="0"/>
            <a:ext cx="118802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More DFAs…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986" y="6297578"/>
            <a:ext cx="7199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EEF238-A8BA-4BF0-A23F-D05D842156C2}"/>
              </a:ext>
            </a:extLst>
          </p:cNvPr>
          <p:cNvSpPr txBox="1"/>
          <p:nvPr/>
        </p:nvSpPr>
        <p:spPr>
          <a:xfrm>
            <a:off x="68580" y="2217420"/>
            <a:ext cx="101682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</a:rPr>
              <a:t>Design DFAs… </a:t>
            </a:r>
            <a:r>
              <a:rPr lang="en-US" sz="2800" b="1" dirty="0">
                <a:solidFill>
                  <a:srgbClr val="00B0F0"/>
                </a:solidFill>
              </a:rPr>
              <a:t>Hint: come up with candidate strings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Even # of 0’s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Strings starting with 2 0’s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 startAt="2"/>
            </a:pPr>
            <a:r>
              <a:rPr lang="en-US" sz="2800" b="1" dirty="0">
                <a:solidFill>
                  <a:srgbClr val="FF0000"/>
                </a:solidFill>
              </a:rPr>
              <a:t>Write Formal Descriptions of these DFAs…</a:t>
            </a:r>
          </a:p>
          <a:p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502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8724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Finite Automata – Computation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60740" y="1540946"/>
                <a:ext cx="6464525" cy="4770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Strings and languages</a:t>
                </a:r>
              </a:p>
              <a:p>
                <a:pPr marL="342900" indent="-342900">
                  <a:spcBef>
                    <a:spcPts val="1200"/>
                  </a:spcBef>
                  <a:buFontTx/>
                  <a:buChar char="-"/>
                </a:pPr>
                <a:r>
                  <a:rPr lang="en-US" sz="2000" dirty="0"/>
                  <a:t>A </a:t>
                </a:r>
                <a:r>
                  <a:rPr lang="en-US" sz="2000" u="sng" dirty="0"/>
                  <a:t>string</a:t>
                </a:r>
                <a:r>
                  <a:rPr lang="en-US" sz="2000" dirty="0"/>
                  <a:t> is a finite sequence of symbols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en-US" sz="2000" dirty="0"/>
              </a:p>
              <a:p>
                <a:pPr marL="342900" indent="-342900">
                  <a:spcBef>
                    <a:spcPts val="1200"/>
                  </a:spcBef>
                  <a:buFontTx/>
                  <a:buChar char="-"/>
                </a:pPr>
                <a:r>
                  <a:rPr lang="en-US" sz="2000" dirty="0"/>
                  <a:t>A </a:t>
                </a:r>
                <a:r>
                  <a:rPr lang="en-US" sz="2000" u="sng" dirty="0"/>
                  <a:t>language</a:t>
                </a:r>
                <a:r>
                  <a:rPr lang="en-US" sz="2000" dirty="0"/>
                  <a:t> is a set of strings (finite or infinite)</a:t>
                </a:r>
              </a:p>
              <a:p>
                <a:pPr marL="342900" indent="-342900">
                  <a:spcBef>
                    <a:spcPts val="1200"/>
                  </a:spcBef>
                  <a:buFontTx/>
                  <a:buChar char="-"/>
                </a:pPr>
                <a:r>
                  <a:rPr lang="en-US" sz="2000" dirty="0"/>
                  <a:t>The </a:t>
                </a:r>
                <a:r>
                  <a:rPr lang="en-US" sz="2000" u="sng" dirty="0"/>
                  <a:t>empty string</a:t>
                </a:r>
                <a:r>
                  <a:rPr lang="en-US" sz="2000" dirty="0"/>
                  <a:t>  </a:t>
                </a:r>
                <a:r>
                  <a:rPr lang="el-GR" sz="2000" dirty="0"/>
                  <a:t>ε</a:t>
                </a:r>
                <a:r>
                  <a:rPr lang="en-US" sz="2000" dirty="0"/>
                  <a:t>  is the string of length 0</a:t>
                </a:r>
              </a:p>
              <a:p>
                <a:pPr marL="342900" indent="-342900">
                  <a:spcBef>
                    <a:spcPts val="1200"/>
                  </a:spcBef>
                  <a:buFontTx/>
                  <a:buChar char="-"/>
                </a:pPr>
                <a:r>
                  <a:rPr lang="en-US" sz="2000" dirty="0"/>
                  <a:t>The </a:t>
                </a:r>
                <a:r>
                  <a:rPr lang="en-US" sz="2000" u="sng" dirty="0"/>
                  <a:t>empty language</a:t>
                </a:r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ø</m:t>
                    </m:r>
                  </m:oMath>
                </a14:m>
                <a:r>
                  <a:rPr lang="en-US" sz="2000" dirty="0"/>
                  <a:t>  is the set with no strings</a:t>
                </a:r>
              </a:p>
              <a:p>
                <a:pPr>
                  <a:spcBef>
                    <a:spcPts val="1200"/>
                  </a:spcBef>
                </a:pPr>
                <a:endParaRPr lang="en-US" sz="2000" dirty="0"/>
              </a:p>
              <a:p>
                <a:pPr defTabSz="569913">
                  <a:spcBef>
                    <a:spcPts val="1200"/>
                  </a:spcBef>
                </a:pPr>
                <a:r>
                  <a:rPr lang="en-US" sz="2000" b="1" dirty="0" err="1"/>
                  <a:t>Defn</a:t>
                </a:r>
                <a:r>
                  <a:rPr lang="en-US" sz="2000" b="1" dirty="0"/>
                  <a:t>: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u="sng" dirty="0"/>
                  <a:t>accepts string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… 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baseline="-25000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000" dirty="0"/>
                  <a:t>each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baseline="-25000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20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2000" i="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sz="2000" dirty="0"/>
                </a:br>
                <a:r>
                  <a:rPr lang="en-US" sz="2000" dirty="0"/>
                  <a:t>if there is a sequence of states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baseline="-25000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l-GR" sz="20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br>
                  <a:rPr lang="en-US" sz="2000" dirty="0"/>
                </a:br>
                <a:r>
                  <a:rPr lang="en-US" sz="2000" dirty="0"/>
                  <a:t>where:  </a:t>
                </a:r>
                <a:br>
                  <a:rPr lang="en-US" sz="2000" dirty="0"/>
                </a:br>
                <a:r>
                  <a:rPr lang="en-US" sz="2000" dirty="0"/>
                  <a:t>	-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   </a:t>
                </a:r>
                <a:br>
                  <a:rPr lang="en-US" sz="2000" dirty="0"/>
                </a:br>
                <a:r>
                  <a:rPr lang="en-US" sz="2000" dirty="0"/>
                  <a:t>	-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baseline="-25000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l-GR" sz="2000" i="1" dirty="0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baseline="-25000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 for 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br>
                  <a:rPr lang="en-US" sz="2000" dirty="0"/>
                </a:br>
                <a:r>
                  <a:rPr lang="en-US" sz="2000" dirty="0"/>
                  <a:t>	-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baseline="-25000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20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740" y="1540946"/>
                <a:ext cx="6464525" cy="4770537"/>
              </a:xfrm>
              <a:prstGeom prst="rect">
                <a:avLst/>
              </a:prstGeom>
              <a:blipFill>
                <a:blip r:embed="rId3"/>
                <a:stretch>
                  <a:fillRect l="-1509" t="-1023" b="-1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311570" y="3279269"/>
                <a:ext cx="4568043" cy="3400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2400" b="1" dirty="0">
                    <a:solidFill>
                      <a:prstClr val="white"/>
                    </a:solidFill>
                  </a:rPr>
                  <a:t>Recognizing languages</a:t>
                </a:r>
              </a:p>
              <a:p>
                <a:pPr marL="225425" indent="-225425">
                  <a:spcBef>
                    <a:spcPts val="600"/>
                  </a:spcBef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000" b="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b="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dirty="0">
                        <a:latin typeface="Cambria Math" panose="02040503050406030204" pitchFamily="18" charset="0"/>
                      </a:rPr>
                      <m:t>) = {</m:t>
                    </m:r>
                    <m:r>
                      <a:rPr lang="en-US" sz="2000" b="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dirty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000" b="0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dirty="0">
                        <a:latin typeface="Cambria Math" panose="02040503050406030204" pitchFamily="18" charset="0"/>
                      </a:rPr>
                      <m:t>accepts</m:t>
                    </m:r>
                    <m:r>
                      <a:rPr lang="en-US" sz="2000" b="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dirty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225425" indent="-225425">
                  <a:spcBef>
                    <a:spcPts val="600"/>
                  </a:spcBef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/>
                  <a:t>is </a:t>
                </a:r>
                <a:r>
                  <a:rPr lang="en-US" sz="2000" u="sng" dirty="0"/>
                  <a:t>the language of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sz="2000" dirty="0"/>
              </a:p>
              <a:p>
                <a:pPr marL="225425" indent="-225425">
                  <a:spcBef>
                    <a:spcPts val="600"/>
                  </a:spcBef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u="sng" dirty="0"/>
                  <a:t>recognizes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:endParaRPr lang="en-US" sz="2400" b="1" dirty="0">
                  <a:solidFill>
                    <a:srgbClr val="FF0000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err="1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Defn</a:t>
                </a:r>
                <a:r>
                  <a:rPr lang="en-U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: 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 language is </a:t>
                </a:r>
                <a:r>
                  <a:rPr lang="en-US" sz="2400" u="sng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regular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if some </a:t>
                </a:r>
                <a:b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finite automaton recognizes it.</a:t>
                </a:r>
              </a:p>
              <a:p>
                <a:endParaRPr lang="en-US" sz="2400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1570" y="3279269"/>
                <a:ext cx="4568043" cy="3400931"/>
              </a:xfrm>
              <a:prstGeom prst="rect">
                <a:avLst/>
              </a:prstGeom>
              <a:blipFill>
                <a:blip r:embed="rId4"/>
                <a:stretch>
                  <a:fillRect l="-2000" t="-1434" r="-3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654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8752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Regular Languages – Examples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17414" y="3227895"/>
                <a:ext cx="6757577" cy="984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000" dirty="0"/>
                  <a:t>    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i="0" dirty="0">
                        <a:latin typeface="Cambria Math" panose="02040503050406030204" pitchFamily="18" charset="0"/>
                      </a:rPr>
                      <m:t>contains</m:t>
                    </m:r>
                    <m:r>
                      <a:rPr lang="en-US" sz="2000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i="0" dirty="0">
                        <a:latin typeface="Cambria Math" panose="02040503050406030204" pitchFamily="18" charset="0"/>
                      </a:rPr>
                      <m:t>substring</m:t>
                    </m:r>
                    <m:r>
                      <a:rPr lang="en-US" sz="2000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11}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1200"/>
                  </a:spcBef>
                </a:pPr>
                <a:r>
                  <a:rPr lang="en-US" sz="2800" b="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   </a:t>
                </a:r>
                <a:r>
                  <a:rPr lang="en-US" sz="2400" u="sng" dirty="0"/>
                  <a:t>Therefore </a:t>
                </a:r>
                <a14:m>
                  <m:oMath xmlns:m="http://schemas.openxmlformats.org/officeDocument/2006/math">
                    <m:r>
                      <a:rPr lang="en-US" sz="2400" u="sng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u="sng" dirty="0"/>
                  <a:t> is regular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14" y="3227895"/>
                <a:ext cx="6757577" cy="984885"/>
              </a:xfrm>
              <a:prstGeom prst="rect">
                <a:avLst/>
              </a:prstGeom>
              <a:blipFill>
                <a:blip r:embed="rId3"/>
                <a:stretch>
                  <a:fillRect b="-12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874991" y="2868423"/>
                <a:ext cx="531700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i="0" dirty="0">
                    <a:latin typeface="+mj-lt"/>
                  </a:rPr>
                  <a:t>More examples:</a:t>
                </a:r>
              </a:p>
              <a:p>
                <a:endParaRPr lang="en-US" sz="2000" u="sng" dirty="0"/>
              </a:p>
              <a:p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has an even number of 1s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br>
                  <a:rPr lang="en-US" sz="2000" dirty="0"/>
                </a:b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 is regular (make automaton for practice).</a:t>
                </a:r>
              </a:p>
              <a:p>
                <a:pPr marL="290513" indent="-290513">
                  <a:buFontTx/>
                  <a:buChar char="-"/>
                </a:pPr>
                <a:endParaRPr lang="en-US" sz="2000" dirty="0"/>
              </a:p>
              <a:p>
                <a:r>
                  <a:rPr lang="en-US" sz="2000" b="1" dirty="0">
                    <a:solidFill>
                      <a:srgbClr val="FF000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has equal numbers of 0s and 1s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br>
                  <a:rPr lang="en-US" sz="2000" b="1" dirty="0">
                    <a:solidFill>
                      <a:srgbClr val="FF0000"/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is </a:t>
                </a:r>
                <a:r>
                  <a:rPr lang="en-US" sz="2000" b="1" u="sng" dirty="0">
                    <a:solidFill>
                      <a:srgbClr val="FF0000"/>
                    </a:solidFill>
                  </a:rPr>
                  <a:t>not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regular (we will prove).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991" y="2868423"/>
                <a:ext cx="5317009" cy="2308324"/>
              </a:xfrm>
              <a:prstGeom prst="rect">
                <a:avLst/>
              </a:prstGeom>
              <a:blipFill>
                <a:blip r:embed="rId4"/>
                <a:stretch>
                  <a:fillRect l="-1835" t="-2116" b="-3968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/>
          <p:cNvGrpSpPr/>
          <p:nvPr/>
        </p:nvGrpSpPr>
        <p:grpSpPr>
          <a:xfrm>
            <a:off x="738508" y="1506289"/>
            <a:ext cx="4743319" cy="1327137"/>
            <a:chOff x="240935" y="587327"/>
            <a:chExt cx="4743319" cy="1327137"/>
          </a:xfrm>
        </p:grpSpPr>
        <p:sp>
          <p:nvSpPr>
            <p:cNvPr id="27" name="Oval 26"/>
            <p:cNvSpPr/>
            <p:nvPr/>
          </p:nvSpPr>
          <p:spPr>
            <a:xfrm>
              <a:off x="1133341" y="11977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2444839" y="11977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3756337" y="11977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3820498" y="1264881"/>
              <a:ext cx="425468" cy="4452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1549400" y="1057208"/>
              <a:ext cx="965200" cy="212792"/>
            </a:xfrm>
            <a:custGeom>
              <a:avLst/>
              <a:gdLst>
                <a:gd name="connsiteX0" fmla="*/ 0 w 965200"/>
                <a:gd name="connsiteY0" fmla="*/ 178110 h 216210"/>
                <a:gd name="connsiteX1" fmla="*/ 609600 w 965200"/>
                <a:gd name="connsiteY1" fmla="*/ 310 h 216210"/>
                <a:gd name="connsiteX2" fmla="*/ 965200 w 965200"/>
                <a:gd name="connsiteY2" fmla="*/ 216210 h 216210"/>
                <a:gd name="connsiteX0" fmla="*/ 0 w 965200"/>
                <a:gd name="connsiteY0" fmla="*/ 174946 h 213046"/>
                <a:gd name="connsiteX1" fmla="*/ 53340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692 h 212792"/>
                <a:gd name="connsiteX1" fmla="*/ 501650 w 965200"/>
                <a:gd name="connsiteY1" fmla="*/ 67 h 212792"/>
                <a:gd name="connsiteX2" fmla="*/ 965200 w 965200"/>
                <a:gd name="connsiteY2" fmla="*/ 212792 h 21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5200" h="212792">
                  <a:moveTo>
                    <a:pt x="0" y="174692"/>
                  </a:moveTo>
                  <a:cubicBezTo>
                    <a:pt x="224366" y="82617"/>
                    <a:pt x="340783" y="3242"/>
                    <a:pt x="501650" y="67"/>
                  </a:cubicBezTo>
                  <a:cubicBezTo>
                    <a:pt x="662517" y="-3108"/>
                    <a:pt x="867833" y="108017"/>
                    <a:pt x="965200" y="212792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Freeform 31"/>
            <p:cNvSpPr/>
            <p:nvPr/>
          </p:nvSpPr>
          <p:spPr>
            <a:xfrm rot="10482408">
              <a:off x="1567398" y="1692601"/>
              <a:ext cx="965200" cy="212792"/>
            </a:xfrm>
            <a:custGeom>
              <a:avLst/>
              <a:gdLst>
                <a:gd name="connsiteX0" fmla="*/ 0 w 965200"/>
                <a:gd name="connsiteY0" fmla="*/ 178110 h 216210"/>
                <a:gd name="connsiteX1" fmla="*/ 609600 w 965200"/>
                <a:gd name="connsiteY1" fmla="*/ 310 h 216210"/>
                <a:gd name="connsiteX2" fmla="*/ 965200 w 965200"/>
                <a:gd name="connsiteY2" fmla="*/ 216210 h 216210"/>
                <a:gd name="connsiteX0" fmla="*/ 0 w 965200"/>
                <a:gd name="connsiteY0" fmla="*/ 174946 h 213046"/>
                <a:gd name="connsiteX1" fmla="*/ 53340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692 h 212792"/>
                <a:gd name="connsiteX1" fmla="*/ 501650 w 965200"/>
                <a:gd name="connsiteY1" fmla="*/ 67 h 212792"/>
                <a:gd name="connsiteX2" fmla="*/ 965200 w 965200"/>
                <a:gd name="connsiteY2" fmla="*/ 212792 h 21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5200" h="212792">
                  <a:moveTo>
                    <a:pt x="0" y="174692"/>
                  </a:moveTo>
                  <a:cubicBezTo>
                    <a:pt x="224366" y="82617"/>
                    <a:pt x="340783" y="3242"/>
                    <a:pt x="501650" y="67"/>
                  </a:cubicBezTo>
                  <a:cubicBezTo>
                    <a:pt x="662517" y="-3108"/>
                    <a:pt x="867833" y="108017"/>
                    <a:pt x="965200" y="212792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33" name="Straight Arrow Connector 32"/>
            <p:cNvCxnSpPr>
              <a:stCxn id="28" idx="6"/>
              <a:endCxn id="29" idx="2"/>
            </p:cNvCxnSpPr>
            <p:nvPr/>
          </p:nvCxnSpPr>
          <p:spPr>
            <a:xfrm>
              <a:off x="2998630" y="1487510"/>
              <a:ext cx="75770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 33"/>
            <p:cNvSpPr/>
            <p:nvPr/>
          </p:nvSpPr>
          <p:spPr>
            <a:xfrm>
              <a:off x="4193383" y="1116644"/>
              <a:ext cx="383682" cy="339885"/>
            </a:xfrm>
            <a:custGeom>
              <a:avLst/>
              <a:gdLst>
                <a:gd name="connsiteX0" fmla="*/ 0 w 446175"/>
                <a:gd name="connsiteY0" fmla="*/ 147014 h 413714"/>
                <a:gd name="connsiteX1" fmla="*/ 241300 w 446175"/>
                <a:gd name="connsiteY1" fmla="*/ 964 h 413714"/>
                <a:gd name="connsiteX2" fmla="*/ 444500 w 446175"/>
                <a:gd name="connsiteY2" fmla="*/ 210514 h 413714"/>
                <a:gd name="connsiteX3" fmla="*/ 127000 w 446175"/>
                <a:gd name="connsiteY3" fmla="*/ 413714 h 413714"/>
                <a:gd name="connsiteX0" fmla="*/ 0 w 383473"/>
                <a:gd name="connsiteY0" fmla="*/ 147579 h 414279"/>
                <a:gd name="connsiteX1" fmla="*/ 241300 w 383473"/>
                <a:gd name="connsiteY1" fmla="*/ 1529 h 414279"/>
                <a:gd name="connsiteX2" fmla="*/ 381000 w 383473"/>
                <a:gd name="connsiteY2" fmla="*/ 230129 h 414279"/>
                <a:gd name="connsiteX3" fmla="*/ 127000 w 383473"/>
                <a:gd name="connsiteY3" fmla="*/ 414279 h 414279"/>
                <a:gd name="connsiteX0" fmla="*/ 0 w 383869"/>
                <a:gd name="connsiteY0" fmla="*/ 116583 h 383283"/>
                <a:gd name="connsiteX1" fmla="*/ 247650 w 383869"/>
                <a:gd name="connsiteY1" fmla="*/ 2283 h 383283"/>
                <a:gd name="connsiteX2" fmla="*/ 381000 w 383869"/>
                <a:gd name="connsiteY2" fmla="*/ 199133 h 383283"/>
                <a:gd name="connsiteX3" fmla="*/ 127000 w 383869"/>
                <a:gd name="connsiteY3" fmla="*/ 383283 h 383283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8429 h 339885"/>
                <a:gd name="connsiteX1" fmla="*/ 247650 w 383682"/>
                <a:gd name="connsiteY1" fmla="*/ 4129 h 339885"/>
                <a:gd name="connsiteX2" fmla="*/ 381000 w 383682"/>
                <a:gd name="connsiteY2" fmla="*/ 200979 h 339885"/>
                <a:gd name="connsiteX3" fmla="*/ 131763 w 383682"/>
                <a:gd name="connsiteY3" fmla="*/ 339885 h 33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682" h="339885">
                  <a:moveTo>
                    <a:pt x="0" y="118429"/>
                  </a:moveTo>
                  <a:cubicBezTo>
                    <a:pt x="52652" y="6775"/>
                    <a:pt x="184150" y="-9629"/>
                    <a:pt x="247650" y="4129"/>
                  </a:cubicBezTo>
                  <a:cubicBezTo>
                    <a:pt x="311150" y="17887"/>
                    <a:pt x="400314" y="145020"/>
                    <a:pt x="381000" y="200979"/>
                  </a:cubicBezTo>
                  <a:cubicBezTo>
                    <a:pt x="361686" y="256938"/>
                    <a:pt x="292894" y="315543"/>
                    <a:pt x="131763" y="339885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850006" y="1487510"/>
              <a:ext cx="28333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240935" y="654979"/>
                  <a:ext cx="628698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935" y="654979"/>
                  <a:ext cx="628698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/>
                <p:cNvSpPr/>
                <p:nvPr/>
              </p:nvSpPr>
              <p:spPr>
                <a:xfrm>
                  <a:off x="1180031" y="1256474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7" name="Rectangle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0031" y="1256474"/>
                  <a:ext cx="474810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/>
                <p:cNvSpPr/>
                <p:nvPr/>
              </p:nvSpPr>
              <p:spPr>
                <a:xfrm>
                  <a:off x="2491545" y="1256474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8" name="Rect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1545" y="1256474"/>
                  <a:ext cx="474810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/>
                <p:cNvSpPr/>
                <p:nvPr/>
              </p:nvSpPr>
              <p:spPr>
                <a:xfrm>
                  <a:off x="3796709" y="1246949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9" name="Rectangle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6709" y="1246949"/>
                  <a:ext cx="474810" cy="400110"/>
                </a:xfrm>
                <a:prstGeom prst="rect">
                  <a:avLst/>
                </a:prstGeom>
                <a:blipFill>
                  <a:blip r:embed="rId8"/>
                  <a:stretch>
                    <a:fillRect b="-75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Rectangle 39"/>
            <p:cNvSpPr/>
            <p:nvPr/>
          </p:nvSpPr>
          <p:spPr>
            <a:xfrm>
              <a:off x="3210480" y="1118178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507842" y="931978"/>
              <a:ext cx="4764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0,1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900539" y="1545132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881157" y="687876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44" name="Freeform 43"/>
            <p:cNvSpPr/>
            <p:nvPr/>
          </p:nvSpPr>
          <p:spPr>
            <a:xfrm rot="17874118">
              <a:off x="1188749" y="912272"/>
              <a:ext cx="383682" cy="339885"/>
            </a:xfrm>
            <a:custGeom>
              <a:avLst/>
              <a:gdLst>
                <a:gd name="connsiteX0" fmla="*/ 0 w 446175"/>
                <a:gd name="connsiteY0" fmla="*/ 147014 h 413714"/>
                <a:gd name="connsiteX1" fmla="*/ 241300 w 446175"/>
                <a:gd name="connsiteY1" fmla="*/ 964 h 413714"/>
                <a:gd name="connsiteX2" fmla="*/ 444500 w 446175"/>
                <a:gd name="connsiteY2" fmla="*/ 210514 h 413714"/>
                <a:gd name="connsiteX3" fmla="*/ 127000 w 446175"/>
                <a:gd name="connsiteY3" fmla="*/ 413714 h 413714"/>
                <a:gd name="connsiteX0" fmla="*/ 0 w 383473"/>
                <a:gd name="connsiteY0" fmla="*/ 147579 h 414279"/>
                <a:gd name="connsiteX1" fmla="*/ 241300 w 383473"/>
                <a:gd name="connsiteY1" fmla="*/ 1529 h 414279"/>
                <a:gd name="connsiteX2" fmla="*/ 381000 w 383473"/>
                <a:gd name="connsiteY2" fmla="*/ 230129 h 414279"/>
                <a:gd name="connsiteX3" fmla="*/ 127000 w 383473"/>
                <a:gd name="connsiteY3" fmla="*/ 414279 h 414279"/>
                <a:gd name="connsiteX0" fmla="*/ 0 w 383869"/>
                <a:gd name="connsiteY0" fmla="*/ 116583 h 383283"/>
                <a:gd name="connsiteX1" fmla="*/ 247650 w 383869"/>
                <a:gd name="connsiteY1" fmla="*/ 2283 h 383283"/>
                <a:gd name="connsiteX2" fmla="*/ 381000 w 383869"/>
                <a:gd name="connsiteY2" fmla="*/ 199133 h 383283"/>
                <a:gd name="connsiteX3" fmla="*/ 127000 w 383869"/>
                <a:gd name="connsiteY3" fmla="*/ 383283 h 383283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8429 h 339885"/>
                <a:gd name="connsiteX1" fmla="*/ 247650 w 383682"/>
                <a:gd name="connsiteY1" fmla="*/ 4129 h 339885"/>
                <a:gd name="connsiteX2" fmla="*/ 381000 w 383682"/>
                <a:gd name="connsiteY2" fmla="*/ 200979 h 339885"/>
                <a:gd name="connsiteX3" fmla="*/ 131763 w 383682"/>
                <a:gd name="connsiteY3" fmla="*/ 339885 h 33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682" h="339885">
                  <a:moveTo>
                    <a:pt x="0" y="118429"/>
                  </a:moveTo>
                  <a:cubicBezTo>
                    <a:pt x="52652" y="6775"/>
                    <a:pt x="184150" y="-9629"/>
                    <a:pt x="247650" y="4129"/>
                  </a:cubicBezTo>
                  <a:cubicBezTo>
                    <a:pt x="311150" y="17887"/>
                    <a:pt x="400314" y="145020"/>
                    <a:pt x="381000" y="200979"/>
                  </a:cubicBezTo>
                  <a:cubicBezTo>
                    <a:pt x="361686" y="256938"/>
                    <a:pt x="292894" y="315543"/>
                    <a:pt x="131763" y="339885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229747" y="587327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</p:grpSp>
      <p:sp>
        <p:nvSpPr>
          <p:cNvPr id="46" name="Rectangle 45"/>
          <p:cNvSpPr/>
          <p:nvPr/>
        </p:nvSpPr>
        <p:spPr>
          <a:xfrm>
            <a:off x="2306246" y="5697456"/>
            <a:ext cx="71125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Goal:   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Understand the regular languages</a:t>
            </a:r>
            <a:endParaRPr lang="en-US" sz="3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210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4868" y="-11372"/>
            <a:ext cx="8650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Closure Properties for Regular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7840" y="991981"/>
                <a:ext cx="8234709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>
                    <a:latin typeface="+mj-lt"/>
                  </a:rPr>
                  <a:t>Theorem:  </a:t>
                </a:r>
                <a:r>
                  <a:rPr lang="en-US" sz="2000" dirty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000" dirty="0">
                    <a:latin typeface="+mj-lt"/>
                  </a:rPr>
                  <a:t>are regular languages, so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  (closure under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sz="2000" dirty="0">
                    <a:latin typeface="+mj-lt"/>
                  </a:rPr>
                  <a:t>)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latin typeface="+mj-lt"/>
                  </a:rPr>
                  <a:t>Proof:   </a:t>
                </a:r>
                <a:r>
                  <a:rPr lang="en-US" sz="2000" dirty="0">
                    <a:latin typeface="+mj-lt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l-GR" sz="20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 </a:t>
                </a:r>
                <a:r>
                  <a:rPr lang="en-US" sz="2000" dirty="0">
                    <a:latin typeface="+mj-lt"/>
                  </a:rPr>
                  <a:t>recognize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br>
                  <a:rPr lang="en-US" sz="2000" dirty="0"/>
                </a:br>
                <a:r>
                  <a:rPr lang="en-US" sz="2000" dirty="0"/>
                  <a:t>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l-GR" sz="20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recognize</a:t>
                </a:r>
                <a:r>
                  <a:rPr lang="en-US" sz="20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latin typeface="+mj-lt"/>
                  </a:rPr>
                  <a:t>    Construct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spc="20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000" i="1" spc="200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pc="2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spc="20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pc="2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recognizing</a:t>
                </a:r>
                <a:r>
                  <a:rPr lang="en-US" sz="20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br>
                  <a:rPr lang="en-US" sz="2400" b="1" spc="200" dirty="0">
                    <a:latin typeface="+mj-lt"/>
                  </a:rPr>
                </a:br>
                <a:r>
                  <a:rPr lang="en-US" sz="2400" b="1" spc="200" dirty="0">
                    <a:latin typeface="+mj-lt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3200" dirty="0">
                    <a:solidFill>
                      <a:prstClr val="white"/>
                    </a:solidFill>
                    <a:latin typeface="Calibri Light" panose="020F0302020204030204"/>
                  </a:rPr>
                  <a:t> </a:t>
                </a: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should accept input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 if 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 or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 accept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.</a:t>
                </a:r>
                <a:endParaRPr lang="en-US" sz="2400" b="1" spc="2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40" y="991981"/>
                <a:ext cx="8234709" cy="2246769"/>
              </a:xfrm>
              <a:prstGeom prst="rect">
                <a:avLst/>
              </a:prstGeom>
              <a:blipFill>
                <a:blip r:embed="rId3"/>
                <a:stretch>
                  <a:fillRect l="-1184" t="-2174" r="-1258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640779" y="291539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100398" y="5169504"/>
            <a:ext cx="3558520" cy="1426746"/>
            <a:chOff x="632480" y="5004026"/>
            <a:chExt cx="3558520" cy="1426746"/>
          </a:xfrm>
        </p:grpSpPr>
        <p:sp>
          <p:nvSpPr>
            <p:cNvPr id="11" name="Freeform 10"/>
            <p:cNvSpPr/>
            <p:nvPr/>
          </p:nvSpPr>
          <p:spPr>
            <a:xfrm>
              <a:off x="1155700" y="5188692"/>
              <a:ext cx="3035300" cy="1242080"/>
            </a:xfrm>
            <a:custGeom>
              <a:avLst/>
              <a:gdLst>
                <a:gd name="connsiteX0" fmla="*/ 2286000 w 3035300"/>
                <a:gd name="connsiteY0" fmla="*/ 76200 h 1242080"/>
                <a:gd name="connsiteX1" fmla="*/ 2286000 w 3035300"/>
                <a:gd name="connsiteY1" fmla="*/ 76200 h 1242080"/>
                <a:gd name="connsiteX2" fmla="*/ 2184400 w 3035300"/>
                <a:gd name="connsiteY2" fmla="*/ 38100 h 1242080"/>
                <a:gd name="connsiteX3" fmla="*/ 2108200 w 3035300"/>
                <a:gd name="connsiteY3" fmla="*/ 12700 h 1242080"/>
                <a:gd name="connsiteX4" fmla="*/ 1968500 w 3035300"/>
                <a:gd name="connsiteY4" fmla="*/ 0 h 1242080"/>
                <a:gd name="connsiteX5" fmla="*/ 1231900 w 3035300"/>
                <a:gd name="connsiteY5" fmla="*/ 12700 h 1242080"/>
                <a:gd name="connsiteX6" fmla="*/ 635000 w 3035300"/>
                <a:gd name="connsiteY6" fmla="*/ 38100 h 1242080"/>
                <a:gd name="connsiteX7" fmla="*/ 508000 w 3035300"/>
                <a:gd name="connsiteY7" fmla="*/ 50800 h 1242080"/>
                <a:gd name="connsiteX8" fmla="*/ 342900 w 3035300"/>
                <a:gd name="connsiteY8" fmla="*/ 88900 h 1242080"/>
                <a:gd name="connsiteX9" fmla="*/ 228600 w 3035300"/>
                <a:gd name="connsiteY9" fmla="*/ 114300 h 1242080"/>
                <a:gd name="connsiteX10" fmla="*/ 114300 w 3035300"/>
                <a:gd name="connsiteY10" fmla="*/ 177800 h 1242080"/>
                <a:gd name="connsiteX11" fmla="*/ 76200 w 3035300"/>
                <a:gd name="connsiteY11" fmla="*/ 203200 h 1242080"/>
                <a:gd name="connsiteX12" fmla="*/ 38100 w 3035300"/>
                <a:gd name="connsiteY12" fmla="*/ 228600 h 1242080"/>
                <a:gd name="connsiteX13" fmla="*/ 25400 w 3035300"/>
                <a:gd name="connsiteY13" fmla="*/ 279400 h 1242080"/>
                <a:gd name="connsiteX14" fmla="*/ 0 w 3035300"/>
                <a:gd name="connsiteY14" fmla="*/ 368300 h 1242080"/>
                <a:gd name="connsiteX15" fmla="*/ 38100 w 3035300"/>
                <a:gd name="connsiteY15" fmla="*/ 444500 h 1242080"/>
                <a:gd name="connsiteX16" fmla="*/ 114300 w 3035300"/>
                <a:gd name="connsiteY16" fmla="*/ 596900 h 1242080"/>
                <a:gd name="connsiteX17" fmla="*/ 165100 w 3035300"/>
                <a:gd name="connsiteY17" fmla="*/ 635000 h 1242080"/>
                <a:gd name="connsiteX18" fmla="*/ 215900 w 3035300"/>
                <a:gd name="connsiteY18" fmla="*/ 711200 h 1242080"/>
                <a:gd name="connsiteX19" fmla="*/ 292100 w 3035300"/>
                <a:gd name="connsiteY19" fmla="*/ 774700 h 1242080"/>
                <a:gd name="connsiteX20" fmla="*/ 330200 w 3035300"/>
                <a:gd name="connsiteY20" fmla="*/ 812800 h 1242080"/>
                <a:gd name="connsiteX21" fmla="*/ 368300 w 3035300"/>
                <a:gd name="connsiteY21" fmla="*/ 825500 h 1242080"/>
                <a:gd name="connsiteX22" fmla="*/ 406400 w 3035300"/>
                <a:gd name="connsiteY22" fmla="*/ 850900 h 1242080"/>
                <a:gd name="connsiteX23" fmla="*/ 469900 w 3035300"/>
                <a:gd name="connsiteY23" fmla="*/ 901700 h 1242080"/>
                <a:gd name="connsiteX24" fmla="*/ 596900 w 3035300"/>
                <a:gd name="connsiteY24" fmla="*/ 977900 h 1242080"/>
                <a:gd name="connsiteX25" fmla="*/ 647700 w 3035300"/>
                <a:gd name="connsiteY25" fmla="*/ 990600 h 1242080"/>
                <a:gd name="connsiteX26" fmla="*/ 723900 w 3035300"/>
                <a:gd name="connsiteY26" fmla="*/ 1028700 h 1242080"/>
                <a:gd name="connsiteX27" fmla="*/ 774700 w 3035300"/>
                <a:gd name="connsiteY27" fmla="*/ 1054100 h 1242080"/>
                <a:gd name="connsiteX28" fmla="*/ 825500 w 3035300"/>
                <a:gd name="connsiteY28" fmla="*/ 1066800 h 1242080"/>
                <a:gd name="connsiteX29" fmla="*/ 863600 w 3035300"/>
                <a:gd name="connsiteY29" fmla="*/ 1079500 h 1242080"/>
                <a:gd name="connsiteX30" fmla="*/ 977900 w 3035300"/>
                <a:gd name="connsiteY30" fmla="*/ 1104900 h 1242080"/>
                <a:gd name="connsiteX31" fmla="*/ 1028700 w 3035300"/>
                <a:gd name="connsiteY31" fmla="*/ 1130300 h 1242080"/>
                <a:gd name="connsiteX32" fmla="*/ 1092200 w 3035300"/>
                <a:gd name="connsiteY32" fmla="*/ 1143000 h 1242080"/>
                <a:gd name="connsiteX33" fmla="*/ 1219200 w 3035300"/>
                <a:gd name="connsiteY33" fmla="*/ 1168400 h 1242080"/>
                <a:gd name="connsiteX34" fmla="*/ 1397000 w 3035300"/>
                <a:gd name="connsiteY34" fmla="*/ 1193800 h 1242080"/>
                <a:gd name="connsiteX35" fmla="*/ 1435100 w 3035300"/>
                <a:gd name="connsiteY35" fmla="*/ 1206500 h 1242080"/>
                <a:gd name="connsiteX36" fmla="*/ 2286000 w 3035300"/>
                <a:gd name="connsiteY36" fmla="*/ 1206500 h 1242080"/>
                <a:gd name="connsiteX37" fmla="*/ 2451100 w 3035300"/>
                <a:gd name="connsiteY37" fmla="*/ 1168400 h 1242080"/>
                <a:gd name="connsiteX38" fmla="*/ 2527300 w 3035300"/>
                <a:gd name="connsiteY38" fmla="*/ 1155700 h 1242080"/>
                <a:gd name="connsiteX39" fmla="*/ 2603500 w 3035300"/>
                <a:gd name="connsiteY39" fmla="*/ 1130300 h 1242080"/>
                <a:gd name="connsiteX40" fmla="*/ 2641600 w 3035300"/>
                <a:gd name="connsiteY40" fmla="*/ 1117600 h 1242080"/>
                <a:gd name="connsiteX41" fmla="*/ 2717800 w 3035300"/>
                <a:gd name="connsiteY41" fmla="*/ 1079500 h 1242080"/>
                <a:gd name="connsiteX42" fmla="*/ 2794000 w 3035300"/>
                <a:gd name="connsiteY42" fmla="*/ 1028700 h 1242080"/>
                <a:gd name="connsiteX43" fmla="*/ 2832100 w 3035300"/>
                <a:gd name="connsiteY43" fmla="*/ 990600 h 1242080"/>
                <a:gd name="connsiteX44" fmla="*/ 2870200 w 3035300"/>
                <a:gd name="connsiteY44" fmla="*/ 965200 h 1242080"/>
                <a:gd name="connsiteX45" fmla="*/ 2895600 w 3035300"/>
                <a:gd name="connsiteY45" fmla="*/ 927100 h 1242080"/>
                <a:gd name="connsiteX46" fmla="*/ 2959100 w 3035300"/>
                <a:gd name="connsiteY46" fmla="*/ 850900 h 1242080"/>
                <a:gd name="connsiteX47" fmla="*/ 2984500 w 3035300"/>
                <a:gd name="connsiteY47" fmla="*/ 774700 h 1242080"/>
                <a:gd name="connsiteX48" fmla="*/ 3009900 w 3035300"/>
                <a:gd name="connsiteY48" fmla="*/ 698500 h 1242080"/>
                <a:gd name="connsiteX49" fmla="*/ 3022600 w 3035300"/>
                <a:gd name="connsiteY49" fmla="*/ 660400 h 1242080"/>
                <a:gd name="connsiteX50" fmla="*/ 3035300 w 3035300"/>
                <a:gd name="connsiteY50" fmla="*/ 609600 h 1242080"/>
                <a:gd name="connsiteX51" fmla="*/ 3009900 w 3035300"/>
                <a:gd name="connsiteY51" fmla="*/ 520700 h 1242080"/>
                <a:gd name="connsiteX52" fmla="*/ 2921000 w 3035300"/>
                <a:gd name="connsiteY52" fmla="*/ 419100 h 1242080"/>
                <a:gd name="connsiteX53" fmla="*/ 2806700 w 3035300"/>
                <a:gd name="connsiteY53" fmla="*/ 330200 h 1242080"/>
                <a:gd name="connsiteX54" fmla="*/ 2730500 w 3035300"/>
                <a:gd name="connsiteY54" fmla="*/ 279400 h 1242080"/>
                <a:gd name="connsiteX55" fmla="*/ 2692400 w 3035300"/>
                <a:gd name="connsiteY55" fmla="*/ 254000 h 1242080"/>
                <a:gd name="connsiteX56" fmla="*/ 2616200 w 3035300"/>
                <a:gd name="connsiteY56" fmla="*/ 228600 h 1242080"/>
                <a:gd name="connsiteX57" fmla="*/ 2578100 w 3035300"/>
                <a:gd name="connsiteY57" fmla="*/ 203200 h 1242080"/>
                <a:gd name="connsiteX58" fmla="*/ 2501900 w 3035300"/>
                <a:gd name="connsiteY58" fmla="*/ 177800 h 1242080"/>
                <a:gd name="connsiteX59" fmla="*/ 2463800 w 3035300"/>
                <a:gd name="connsiteY59" fmla="*/ 139700 h 1242080"/>
                <a:gd name="connsiteX60" fmla="*/ 2374900 w 3035300"/>
                <a:gd name="connsiteY60" fmla="*/ 101600 h 1242080"/>
                <a:gd name="connsiteX61" fmla="*/ 2286000 w 3035300"/>
                <a:gd name="connsiteY61" fmla="*/ 76200 h 1242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035300" h="1242080">
                  <a:moveTo>
                    <a:pt x="2286000" y="76200"/>
                  </a:moveTo>
                  <a:lnTo>
                    <a:pt x="2286000" y="76200"/>
                  </a:lnTo>
                  <a:lnTo>
                    <a:pt x="2184400" y="38100"/>
                  </a:lnTo>
                  <a:cubicBezTo>
                    <a:pt x="2159186" y="29095"/>
                    <a:pt x="2134864" y="15124"/>
                    <a:pt x="2108200" y="12700"/>
                  </a:cubicBezTo>
                  <a:lnTo>
                    <a:pt x="1968500" y="0"/>
                  </a:lnTo>
                  <a:lnTo>
                    <a:pt x="1231900" y="12700"/>
                  </a:lnTo>
                  <a:cubicBezTo>
                    <a:pt x="827892" y="21296"/>
                    <a:pt x="895884" y="13254"/>
                    <a:pt x="635000" y="38100"/>
                  </a:cubicBezTo>
                  <a:cubicBezTo>
                    <a:pt x="592647" y="42134"/>
                    <a:pt x="550171" y="45177"/>
                    <a:pt x="508000" y="50800"/>
                  </a:cubicBezTo>
                  <a:cubicBezTo>
                    <a:pt x="451170" y="58377"/>
                    <a:pt x="399295" y="77621"/>
                    <a:pt x="342900" y="88900"/>
                  </a:cubicBezTo>
                  <a:cubicBezTo>
                    <a:pt x="299252" y="97630"/>
                    <a:pt x="270449" y="102343"/>
                    <a:pt x="228600" y="114300"/>
                  </a:cubicBezTo>
                  <a:cubicBezTo>
                    <a:pt x="169922" y="131065"/>
                    <a:pt x="182523" y="132318"/>
                    <a:pt x="114300" y="177800"/>
                  </a:cubicBezTo>
                  <a:lnTo>
                    <a:pt x="76200" y="203200"/>
                  </a:lnTo>
                  <a:lnTo>
                    <a:pt x="38100" y="228600"/>
                  </a:lnTo>
                  <a:cubicBezTo>
                    <a:pt x="33867" y="245533"/>
                    <a:pt x="30195" y="262617"/>
                    <a:pt x="25400" y="279400"/>
                  </a:cubicBezTo>
                  <a:cubicBezTo>
                    <a:pt x="-11039" y="406937"/>
                    <a:pt x="39702" y="209491"/>
                    <a:pt x="0" y="368300"/>
                  </a:cubicBezTo>
                  <a:cubicBezTo>
                    <a:pt x="46317" y="507251"/>
                    <a:pt x="-27552" y="296784"/>
                    <a:pt x="38100" y="444500"/>
                  </a:cubicBezTo>
                  <a:cubicBezTo>
                    <a:pt x="61890" y="498028"/>
                    <a:pt x="61491" y="557293"/>
                    <a:pt x="114300" y="596900"/>
                  </a:cubicBezTo>
                  <a:cubicBezTo>
                    <a:pt x="131233" y="609600"/>
                    <a:pt x="151038" y="619180"/>
                    <a:pt x="165100" y="635000"/>
                  </a:cubicBezTo>
                  <a:cubicBezTo>
                    <a:pt x="185381" y="657816"/>
                    <a:pt x="194314" y="689614"/>
                    <a:pt x="215900" y="711200"/>
                  </a:cubicBezTo>
                  <a:cubicBezTo>
                    <a:pt x="327210" y="822510"/>
                    <a:pt x="186012" y="686293"/>
                    <a:pt x="292100" y="774700"/>
                  </a:cubicBezTo>
                  <a:cubicBezTo>
                    <a:pt x="305898" y="786198"/>
                    <a:pt x="315256" y="802837"/>
                    <a:pt x="330200" y="812800"/>
                  </a:cubicBezTo>
                  <a:cubicBezTo>
                    <a:pt x="341339" y="820226"/>
                    <a:pt x="356326" y="819513"/>
                    <a:pt x="368300" y="825500"/>
                  </a:cubicBezTo>
                  <a:cubicBezTo>
                    <a:pt x="381952" y="832326"/>
                    <a:pt x="393700" y="842433"/>
                    <a:pt x="406400" y="850900"/>
                  </a:cubicBezTo>
                  <a:cubicBezTo>
                    <a:pt x="453332" y="921298"/>
                    <a:pt x="404948" y="865616"/>
                    <a:pt x="469900" y="901700"/>
                  </a:cubicBezTo>
                  <a:cubicBezTo>
                    <a:pt x="531250" y="935783"/>
                    <a:pt x="537775" y="955728"/>
                    <a:pt x="596900" y="977900"/>
                  </a:cubicBezTo>
                  <a:cubicBezTo>
                    <a:pt x="613243" y="984029"/>
                    <a:pt x="630767" y="986367"/>
                    <a:pt x="647700" y="990600"/>
                  </a:cubicBezTo>
                  <a:cubicBezTo>
                    <a:pt x="720919" y="1039413"/>
                    <a:pt x="650288" y="997152"/>
                    <a:pt x="723900" y="1028700"/>
                  </a:cubicBezTo>
                  <a:cubicBezTo>
                    <a:pt x="741301" y="1036158"/>
                    <a:pt x="756973" y="1047453"/>
                    <a:pt x="774700" y="1054100"/>
                  </a:cubicBezTo>
                  <a:cubicBezTo>
                    <a:pt x="791043" y="1060229"/>
                    <a:pt x="808717" y="1062005"/>
                    <a:pt x="825500" y="1066800"/>
                  </a:cubicBezTo>
                  <a:cubicBezTo>
                    <a:pt x="838372" y="1070478"/>
                    <a:pt x="850728" y="1075822"/>
                    <a:pt x="863600" y="1079500"/>
                  </a:cubicBezTo>
                  <a:cubicBezTo>
                    <a:pt x="905449" y="1091457"/>
                    <a:pt x="934252" y="1096170"/>
                    <a:pt x="977900" y="1104900"/>
                  </a:cubicBezTo>
                  <a:cubicBezTo>
                    <a:pt x="994833" y="1113367"/>
                    <a:pt x="1010739" y="1124313"/>
                    <a:pt x="1028700" y="1130300"/>
                  </a:cubicBezTo>
                  <a:cubicBezTo>
                    <a:pt x="1049178" y="1137126"/>
                    <a:pt x="1071128" y="1138317"/>
                    <a:pt x="1092200" y="1143000"/>
                  </a:cubicBezTo>
                  <a:cubicBezTo>
                    <a:pt x="1243827" y="1176695"/>
                    <a:pt x="1013890" y="1131071"/>
                    <a:pt x="1219200" y="1168400"/>
                  </a:cubicBezTo>
                  <a:cubicBezTo>
                    <a:pt x="1346285" y="1191506"/>
                    <a:pt x="1215082" y="1173587"/>
                    <a:pt x="1397000" y="1193800"/>
                  </a:cubicBezTo>
                  <a:cubicBezTo>
                    <a:pt x="1409700" y="1198033"/>
                    <a:pt x="1422228" y="1202822"/>
                    <a:pt x="1435100" y="1206500"/>
                  </a:cubicBezTo>
                  <a:cubicBezTo>
                    <a:pt x="1708010" y="1284474"/>
                    <a:pt x="2028667" y="1210585"/>
                    <a:pt x="2286000" y="1206500"/>
                  </a:cubicBezTo>
                  <a:cubicBezTo>
                    <a:pt x="2356366" y="1183045"/>
                    <a:pt x="2338998" y="1187084"/>
                    <a:pt x="2451100" y="1168400"/>
                  </a:cubicBezTo>
                  <a:cubicBezTo>
                    <a:pt x="2476500" y="1164167"/>
                    <a:pt x="2502318" y="1161945"/>
                    <a:pt x="2527300" y="1155700"/>
                  </a:cubicBezTo>
                  <a:cubicBezTo>
                    <a:pt x="2553275" y="1149206"/>
                    <a:pt x="2578100" y="1138767"/>
                    <a:pt x="2603500" y="1130300"/>
                  </a:cubicBezTo>
                  <a:cubicBezTo>
                    <a:pt x="2616200" y="1126067"/>
                    <a:pt x="2630461" y="1125026"/>
                    <a:pt x="2641600" y="1117600"/>
                  </a:cubicBezTo>
                  <a:cubicBezTo>
                    <a:pt x="2690839" y="1084774"/>
                    <a:pt x="2665220" y="1097027"/>
                    <a:pt x="2717800" y="1079500"/>
                  </a:cubicBezTo>
                  <a:cubicBezTo>
                    <a:pt x="2839343" y="957957"/>
                    <a:pt x="2683722" y="1102218"/>
                    <a:pt x="2794000" y="1028700"/>
                  </a:cubicBezTo>
                  <a:cubicBezTo>
                    <a:pt x="2808944" y="1018737"/>
                    <a:pt x="2818302" y="1002098"/>
                    <a:pt x="2832100" y="990600"/>
                  </a:cubicBezTo>
                  <a:cubicBezTo>
                    <a:pt x="2843826" y="980829"/>
                    <a:pt x="2857500" y="973667"/>
                    <a:pt x="2870200" y="965200"/>
                  </a:cubicBezTo>
                  <a:cubicBezTo>
                    <a:pt x="2878667" y="952500"/>
                    <a:pt x="2885829" y="938826"/>
                    <a:pt x="2895600" y="927100"/>
                  </a:cubicBezTo>
                  <a:cubicBezTo>
                    <a:pt x="2924084" y="892920"/>
                    <a:pt x="2941082" y="891441"/>
                    <a:pt x="2959100" y="850900"/>
                  </a:cubicBezTo>
                  <a:cubicBezTo>
                    <a:pt x="2969974" y="826434"/>
                    <a:pt x="2976033" y="800100"/>
                    <a:pt x="2984500" y="774700"/>
                  </a:cubicBezTo>
                  <a:lnTo>
                    <a:pt x="3009900" y="698500"/>
                  </a:lnTo>
                  <a:cubicBezTo>
                    <a:pt x="3014133" y="685800"/>
                    <a:pt x="3019353" y="673387"/>
                    <a:pt x="3022600" y="660400"/>
                  </a:cubicBezTo>
                  <a:lnTo>
                    <a:pt x="3035300" y="609600"/>
                  </a:lnTo>
                  <a:cubicBezTo>
                    <a:pt x="3032311" y="597643"/>
                    <a:pt x="3018182" y="535607"/>
                    <a:pt x="3009900" y="520700"/>
                  </a:cubicBezTo>
                  <a:cubicBezTo>
                    <a:pt x="2947130" y="407714"/>
                    <a:pt x="2986252" y="473476"/>
                    <a:pt x="2921000" y="419100"/>
                  </a:cubicBezTo>
                  <a:cubicBezTo>
                    <a:pt x="2801628" y="319624"/>
                    <a:pt x="2999290" y="458594"/>
                    <a:pt x="2806700" y="330200"/>
                  </a:cubicBezTo>
                  <a:lnTo>
                    <a:pt x="2730500" y="279400"/>
                  </a:lnTo>
                  <a:cubicBezTo>
                    <a:pt x="2717800" y="270933"/>
                    <a:pt x="2706880" y="258827"/>
                    <a:pt x="2692400" y="254000"/>
                  </a:cubicBezTo>
                  <a:cubicBezTo>
                    <a:pt x="2667000" y="245533"/>
                    <a:pt x="2638477" y="243452"/>
                    <a:pt x="2616200" y="228600"/>
                  </a:cubicBezTo>
                  <a:cubicBezTo>
                    <a:pt x="2603500" y="220133"/>
                    <a:pt x="2592048" y="209399"/>
                    <a:pt x="2578100" y="203200"/>
                  </a:cubicBezTo>
                  <a:cubicBezTo>
                    <a:pt x="2553634" y="192326"/>
                    <a:pt x="2501900" y="177800"/>
                    <a:pt x="2501900" y="177800"/>
                  </a:cubicBezTo>
                  <a:cubicBezTo>
                    <a:pt x="2489200" y="165100"/>
                    <a:pt x="2479500" y="148422"/>
                    <a:pt x="2463800" y="139700"/>
                  </a:cubicBezTo>
                  <a:cubicBezTo>
                    <a:pt x="2340981" y="71467"/>
                    <a:pt x="2415686" y="142386"/>
                    <a:pt x="2374900" y="101600"/>
                  </a:cubicBezTo>
                  <a:lnTo>
                    <a:pt x="2286000" y="762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632480" y="5004026"/>
                  <a:ext cx="52854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480" y="5004026"/>
                  <a:ext cx="52854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/>
            <p:cNvSpPr/>
            <p:nvPr/>
          </p:nvSpPr>
          <p:spPr>
            <a:xfrm>
              <a:off x="3333903" y="535119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1278732" y="5560415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3433764" y="602400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3750545" y="569380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2514202" y="5731617"/>
              <a:ext cx="229393" cy="2381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1979287" y="5283285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1963109" y="6078393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3379298" y="5393531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3479159" y="607839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3793256" y="574324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>
              <a:off x="996950" y="5655520"/>
              <a:ext cx="27431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/>
                <p:cNvSpPr/>
                <p:nvPr/>
              </p:nvSpPr>
              <p:spPr>
                <a:xfrm>
                  <a:off x="2472060" y="5684832"/>
                  <a:ext cx="31367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5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2060" y="5684832"/>
                  <a:ext cx="313676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48"/>
          <p:cNvGrpSpPr/>
          <p:nvPr/>
        </p:nvGrpSpPr>
        <p:grpSpPr>
          <a:xfrm>
            <a:off x="217840" y="3436470"/>
            <a:ext cx="3466478" cy="1435100"/>
            <a:chOff x="749922" y="3270992"/>
            <a:chExt cx="3466478" cy="1435100"/>
          </a:xfrm>
        </p:grpSpPr>
        <p:sp>
          <p:nvSpPr>
            <p:cNvPr id="10" name="Freeform 9"/>
            <p:cNvSpPr/>
            <p:nvPr/>
          </p:nvSpPr>
          <p:spPr>
            <a:xfrm>
              <a:off x="1193800" y="3270992"/>
              <a:ext cx="3022600" cy="1435100"/>
            </a:xfrm>
            <a:custGeom>
              <a:avLst/>
              <a:gdLst>
                <a:gd name="connsiteX0" fmla="*/ 2374900 w 3022600"/>
                <a:gd name="connsiteY0" fmla="*/ 38100 h 1435100"/>
                <a:gd name="connsiteX1" fmla="*/ 2374900 w 3022600"/>
                <a:gd name="connsiteY1" fmla="*/ 38100 h 1435100"/>
                <a:gd name="connsiteX2" fmla="*/ 2260600 w 3022600"/>
                <a:gd name="connsiteY2" fmla="*/ 25400 h 1435100"/>
                <a:gd name="connsiteX3" fmla="*/ 2209800 w 3022600"/>
                <a:gd name="connsiteY3" fmla="*/ 12700 h 1435100"/>
                <a:gd name="connsiteX4" fmla="*/ 2120900 w 3022600"/>
                <a:gd name="connsiteY4" fmla="*/ 0 h 1435100"/>
                <a:gd name="connsiteX5" fmla="*/ 1028700 w 3022600"/>
                <a:gd name="connsiteY5" fmla="*/ 25400 h 1435100"/>
                <a:gd name="connsiteX6" fmla="*/ 939800 w 3022600"/>
                <a:gd name="connsiteY6" fmla="*/ 38100 h 1435100"/>
                <a:gd name="connsiteX7" fmla="*/ 863600 w 3022600"/>
                <a:gd name="connsiteY7" fmla="*/ 63500 h 1435100"/>
                <a:gd name="connsiteX8" fmla="*/ 762000 w 3022600"/>
                <a:gd name="connsiteY8" fmla="*/ 88900 h 1435100"/>
                <a:gd name="connsiteX9" fmla="*/ 723900 w 3022600"/>
                <a:gd name="connsiteY9" fmla="*/ 101600 h 1435100"/>
                <a:gd name="connsiteX10" fmla="*/ 685800 w 3022600"/>
                <a:gd name="connsiteY10" fmla="*/ 127000 h 1435100"/>
                <a:gd name="connsiteX11" fmla="*/ 635000 w 3022600"/>
                <a:gd name="connsiteY11" fmla="*/ 139700 h 1435100"/>
                <a:gd name="connsiteX12" fmla="*/ 508000 w 3022600"/>
                <a:gd name="connsiteY12" fmla="*/ 177800 h 1435100"/>
                <a:gd name="connsiteX13" fmla="*/ 431800 w 3022600"/>
                <a:gd name="connsiteY13" fmla="*/ 215900 h 1435100"/>
                <a:gd name="connsiteX14" fmla="*/ 393700 w 3022600"/>
                <a:gd name="connsiteY14" fmla="*/ 241300 h 1435100"/>
                <a:gd name="connsiteX15" fmla="*/ 355600 w 3022600"/>
                <a:gd name="connsiteY15" fmla="*/ 254000 h 1435100"/>
                <a:gd name="connsiteX16" fmla="*/ 279400 w 3022600"/>
                <a:gd name="connsiteY16" fmla="*/ 304800 h 1435100"/>
                <a:gd name="connsiteX17" fmla="*/ 241300 w 3022600"/>
                <a:gd name="connsiteY17" fmla="*/ 330200 h 1435100"/>
                <a:gd name="connsiteX18" fmla="*/ 203200 w 3022600"/>
                <a:gd name="connsiteY18" fmla="*/ 368300 h 1435100"/>
                <a:gd name="connsiteX19" fmla="*/ 165100 w 3022600"/>
                <a:gd name="connsiteY19" fmla="*/ 393700 h 1435100"/>
                <a:gd name="connsiteX20" fmla="*/ 88900 w 3022600"/>
                <a:gd name="connsiteY20" fmla="*/ 457200 h 1435100"/>
                <a:gd name="connsiteX21" fmla="*/ 63500 w 3022600"/>
                <a:gd name="connsiteY21" fmla="*/ 495300 h 1435100"/>
                <a:gd name="connsiteX22" fmla="*/ 25400 w 3022600"/>
                <a:gd name="connsiteY22" fmla="*/ 520700 h 1435100"/>
                <a:gd name="connsiteX23" fmla="*/ 0 w 3022600"/>
                <a:gd name="connsiteY23" fmla="*/ 596900 h 1435100"/>
                <a:gd name="connsiteX24" fmla="*/ 12700 w 3022600"/>
                <a:gd name="connsiteY24" fmla="*/ 647700 h 1435100"/>
                <a:gd name="connsiteX25" fmla="*/ 101600 w 3022600"/>
                <a:gd name="connsiteY25" fmla="*/ 762000 h 1435100"/>
                <a:gd name="connsiteX26" fmla="*/ 139700 w 3022600"/>
                <a:gd name="connsiteY26" fmla="*/ 787400 h 1435100"/>
                <a:gd name="connsiteX27" fmla="*/ 203200 w 3022600"/>
                <a:gd name="connsiteY27" fmla="*/ 901700 h 1435100"/>
                <a:gd name="connsiteX28" fmla="*/ 254000 w 3022600"/>
                <a:gd name="connsiteY28" fmla="*/ 977900 h 1435100"/>
                <a:gd name="connsiteX29" fmla="*/ 279400 w 3022600"/>
                <a:gd name="connsiteY29" fmla="*/ 1016000 h 1435100"/>
                <a:gd name="connsiteX30" fmla="*/ 317500 w 3022600"/>
                <a:gd name="connsiteY30" fmla="*/ 1041400 h 1435100"/>
                <a:gd name="connsiteX31" fmla="*/ 355600 w 3022600"/>
                <a:gd name="connsiteY31" fmla="*/ 1117600 h 1435100"/>
                <a:gd name="connsiteX32" fmla="*/ 406400 w 3022600"/>
                <a:gd name="connsiteY32" fmla="*/ 1155700 h 1435100"/>
                <a:gd name="connsiteX33" fmla="*/ 508000 w 3022600"/>
                <a:gd name="connsiteY33" fmla="*/ 1231900 h 1435100"/>
                <a:gd name="connsiteX34" fmla="*/ 596900 w 3022600"/>
                <a:gd name="connsiteY34" fmla="*/ 1282700 h 1435100"/>
                <a:gd name="connsiteX35" fmla="*/ 635000 w 3022600"/>
                <a:gd name="connsiteY35" fmla="*/ 1295400 h 1435100"/>
                <a:gd name="connsiteX36" fmla="*/ 723900 w 3022600"/>
                <a:gd name="connsiteY36" fmla="*/ 1346200 h 1435100"/>
                <a:gd name="connsiteX37" fmla="*/ 774700 w 3022600"/>
                <a:gd name="connsiteY37" fmla="*/ 1358900 h 1435100"/>
                <a:gd name="connsiteX38" fmla="*/ 838200 w 3022600"/>
                <a:gd name="connsiteY38" fmla="*/ 1384300 h 1435100"/>
                <a:gd name="connsiteX39" fmla="*/ 889000 w 3022600"/>
                <a:gd name="connsiteY39" fmla="*/ 1409700 h 1435100"/>
                <a:gd name="connsiteX40" fmla="*/ 952500 w 3022600"/>
                <a:gd name="connsiteY40" fmla="*/ 1422400 h 1435100"/>
                <a:gd name="connsiteX41" fmla="*/ 990600 w 3022600"/>
                <a:gd name="connsiteY41" fmla="*/ 1435100 h 1435100"/>
                <a:gd name="connsiteX42" fmla="*/ 1231900 w 3022600"/>
                <a:gd name="connsiteY42" fmla="*/ 1409700 h 1435100"/>
                <a:gd name="connsiteX43" fmla="*/ 1371600 w 3022600"/>
                <a:gd name="connsiteY43" fmla="*/ 1384300 h 1435100"/>
                <a:gd name="connsiteX44" fmla="*/ 1498600 w 3022600"/>
                <a:gd name="connsiteY44" fmla="*/ 1371600 h 1435100"/>
                <a:gd name="connsiteX45" fmla="*/ 1930400 w 3022600"/>
                <a:gd name="connsiteY45" fmla="*/ 1358900 h 1435100"/>
                <a:gd name="connsiteX46" fmla="*/ 2095500 w 3022600"/>
                <a:gd name="connsiteY46" fmla="*/ 1333500 h 1435100"/>
                <a:gd name="connsiteX47" fmla="*/ 2247900 w 3022600"/>
                <a:gd name="connsiteY47" fmla="*/ 1308100 h 1435100"/>
                <a:gd name="connsiteX48" fmla="*/ 2590800 w 3022600"/>
                <a:gd name="connsiteY48" fmla="*/ 1193800 h 1435100"/>
                <a:gd name="connsiteX49" fmla="*/ 2705100 w 3022600"/>
                <a:gd name="connsiteY49" fmla="*/ 1155700 h 1435100"/>
                <a:gd name="connsiteX50" fmla="*/ 2743200 w 3022600"/>
                <a:gd name="connsiteY50" fmla="*/ 1143000 h 1435100"/>
                <a:gd name="connsiteX51" fmla="*/ 2781300 w 3022600"/>
                <a:gd name="connsiteY51" fmla="*/ 1117600 h 1435100"/>
                <a:gd name="connsiteX52" fmla="*/ 2857500 w 3022600"/>
                <a:gd name="connsiteY52" fmla="*/ 1092200 h 1435100"/>
                <a:gd name="connsiteX53" fmla="*/ 2895600 w 3022600"/>
                <a:gd name="connsiteY53" fmla="*/ 1079500 h 1435100"/>
                <a:gd name="connsiteX54" fmla="*/ 2946400 w 3022600"/>
                <a:gd name="connsiteY54" fmla="*/ 1003300 h 1435100"/>
                <a:gd name="connsiteX55" fmla="*/ 2971800 w 3022600"/>
                <a:gd name="connsiteY55" fmla="*/ 914400 h 1435100"/>
                <a:gd name="connsiteX56" fmla="*/ 2997200 w 3022600"/>
                <a:gd name="connsiteY56" fmla="*/ 876300 h 1435100"/>
                <a:gd name="connsiteX57" fmla="*/ 3022600 w 3022600"/>
                <a:gd name="connsiteY57" fmla="*/ 774700 h 1435100"/>
                <a:gd name="connsiteX58" fmla="*/ 2997200 w 3022600"/>
                <a:gd name="connsiteY58" fmla="*/ 584200 h 1435100"/>
                <a:gd name="connsiteX59" fmla="*/ 2971800 w 3022600"/>
                <a:gd name="connsiteY59" fmla="*/ 508000 h 1435100"/>
                <a:gd name="connsiteX60" fmla="*/ 2933700 w 3022600"/>
                <a:gd name="connsiteY60" fmla="*/ 482600 h 1435100"/>
                <a:gd name="connsiteX61" fmla="*/ 2882900 w 3022600"/>
                <a:gd name="connsiteY61" fmla="*/ 419100 h 1435100"/>
                <a:gd name="connsiteX62" fmla="*/ 2857500 w 3022600"/>
                <a:gd name="connsiteY62" fmla="*/ 381000 h 1435100"/>
                <a:gd name="connsiteX63" fmla="*/ 2819400 w 3022600"/>
                <a:gd name="connsiteY63" fmla="*/ 342900 h 1435100"/>
                <a:gd name="connsiteX64" fmla="*/ 2755900 w 3022600"/>
                <a:gd name="connsiteY64" fmla="*/ 279400 h 1435100"/>
                <a:gd name="connsiteX65" fmla="*/ 2667000 w 3022600"/>
                <a:gd name="connsiteY65" fmla="*/ 190500 h 1435100"/>
                <a:gd name="connsiteX66" fmla="*/ 2552700 w 3022600"/>
                <a:gd name="connsiteY66" fmla="*/ 114300 h 1435100"/>
                <a:gd name="connsiteX67" fmla="*/ 2514600 w 3022600"/>
                <a:gd name="connsiteY67" fmla="*/ 88900 h 1435100"/>
                <a:gd name="connsiteX68" fmla="*/ 2476500 w 3022600"/>
                <a:gd name="connsiteY68" fmla="*/ 76200 h 1435100"/>
                <a:gd name="connsiteX69" fmla="*/ 2387600 w 3022600"/>
                <a:gd name="connsiteY69" fmla="*/ 50800 h 1435100"/>
                <a:gd name="connsiteX70" fmla="*/ 2374900 w 3022600"/>
                <a:gd name="connsiteY70" fmla="*/ 38100 h 143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022600" h="1435100">
                  <a:moveTo>
                    <a:pt x="2374900" y="38100"/>
                  </a:moveTo>
                  <a:lnTo>
                    <a:pt x="2374900" y="38100"/>
                  </a:lnTo>
                  <a:cubicBezTo>
                    <a:pt x="2336800" y="33867"/>
                    <a:pt x="2298489" y="31229"/>
                    <a:pt x="2260600" y="25400"/>
                  </a:cubicBezTo>
                  <a:cubicBezTo>
                    <a:pt x="2243348" y="22746"/>
                    <a:pt x="2226973" y="15822"/>
                    <a:pt x="2209800" y="12700"/>
                  </a:cubicBezTo>
                  <a:cubicBezTo>
                    <a:pt x="2180349" y="7345"/>
                    <a:pt x="2150533" y="4233"/>
                    <a:pt x="2120900" y="0"/>
                  </a:cubicBezTo>
                  <a:lnTo>
                    <a:pt x="1028700" y="25400"/>
                  </a:lnTo>
                  <a:cubicBezTo>
                    <a:pt x="998930" y="28534"/>
                    <a:pt x="969433" y="33867"/>
                    <a:pt x="939800" y="38100"/>
                  </a:cubicBezTo>
                  <a:cubicBezTo>
                    <a:pt x="914400" y="46567"/>
                    <a:pt x="889575" y="57006"/>
                    <a:pt x="863600" y="63500"/>
                  </a:cubicBezTo>
                  <a:cubicBezTo>
                    <a:pt x="829733" y="71967"/>
                    <a:pt x="795118" y="77861"/>
                    <a:pt x="762000" y="88900"/>
                  </a:cubicBezTo>
                  <a:cubicBezTo>
                    <a:pt x="749300" y="93133"/>
                    <a:pt x="735874" y="95613"/>
                    <a:pt x="723900" y="101600"/>
                  </a:cubicBezTo>
                  <a:cubicBezTo>
                    <a:pt x="710248" y="108426"/>
                    <a:pt x="699829" y="120987"/>
                    <a:pt x="685800" y="127000"/>
                  </a:cubicBezTo>
                  <a:cubicBezTo>
                    <a:pt x="669757" y="133876"/>
                    <a:pt x="651718" y="134684"/>
                    <a:pt x="635000" y="139700"/>
                  </a:cubicBezTo>
                  <a:cubicBezTo>
                    <a:pt x="480402" y="186079"/>
                    <a:pt x="625089" y="148528"/>
                    <a:pt x="508000" y="177800"/>
                  </a:cubicBezTo>
                  <a:cubicBezTo>
                    <a:pt x="398811" y="250593"/>
                    <a:pt x="536960" y="163320"/>
                    <a:pt x="431800" y="215900"/>
                  </a:cubicBezTo>
                  <a:cubicBezTo>
                    <a:pt x="418148" y="222726"/>
                    <a:pt x="407352" y="234474"/>
                    <a:pt x="393700" y="241300"/>
                  </a:cubicBezTo>
                  <a:cubicBezTo>
                    <a:pt x="381726" y="247287"/>
                    <a:pt x="367302" y="247499"/>
                    <a:pt x="355600" y="254000"/>
                  </a:cubicBezTo>
                  <a:cubicBezTo>
                    <a:pt x="328915" y="268825"/>
                    <a:pt x="304800" y="287867"/>
                    <a:pt x="279400" y="304800"/>
                  </a:cubicBezTo>
                  <a:cubicBezTo>
                    <a:pt x="266700" y="313267"/>
                    <a:pt x="252093" y="319407"/>
                    <a:pt x="241300" y="330200"/>
                  </a:cubicBezTo>
                  <a:cubicBezTo>
                    <a:pt x="228600" y="342900"/>
                    <a:pt x="216998" y="356802"/>
                    <a:pt x="203200" y="368300"/>
                  </a:cubicBezTo>
                  <a:cubicBezTo>
                    <a:pt x="191474" y="378071"/>
                    <a:pt x="176826" y="383929"/>
                    <a:pt x="165100" y="393700"/>
                  </a:cubicBezTo>
                  <a:cubicBezTo>
                    <a:pt x="67314" y="475188"/>
                    <a:pt x="183495" y="394137"/>
                    <a:pt x="88900" y="457200"/>
                  </a:cubicBezTo>
                  <a:cubicBezTo>
                    <a:pt x="80433" y="469900"/>
                    <a:pt x="74293" y="484507"/>
                    <a:pt x="63500" y="495300"/>
                  </a:cubicBezTo>
                  <a:cubicBezTo>
                    <a:pt x="52707" y="506093"/>
                    <a:pt x="33490" y="507757"/>
                    <a:pt x="25400" y="520700"/>
                  </a:cubicBezTo>
                  <a:cubicBezTo>
                    <a:pt x="11210" y="543404"/>
                    <a:pt x="0" y="596900"/>
                    <a:pt x="0" y="596900"/>
                  </a:cubicBezTo>
                  <a:cubicBezTo>
                    <a:pt x="4233" y="613833"/>
                    <a:pt x="4894" y="632088"/>
                    <a:pt x="12700" y="647700"/>
                  </a:cubicBezTo>
                  <a:cubicBezTo>
                    <a:pt x="32929" y="688158"/>
                    <a:pt x="65762" y="732135"/>
                    <a:pt x="101600" y="762000"/>
                  </a:cubicBezTo>
                  <a:cubicBezTo>
                    <a:pt x="113326" y="771771"/>
                    <a:pt x="127000" y="778933"/>
                    <a:pt x="139700" y="787400"/>
                  </a:cubicBezTo>
                  <a:cubicBezTo>
                    <a:pt x="162053" y="854460"/>
                    <a:pt x="144974" y="814361"/>
                    <a:pt x="203200" y="901700"/>
                  </a:cubicBezTo>
                  <a:lnTo>
                    <a:pt x="254000" y="977900"/>
                  </a:lnTo>
                  <a:cubicBezTo>
                    <a:pt x="262467" y="990600"/>
                    <a:pt x="266700" y="1007533"/>
                    <a:pt x="279400" y="1016000"/>
                  </a:cubicBezTo>
                  <a:lnTo>
                    <a:pt x="317500" y="1041400"/>
                  </a:lnTo>
                  <a:cubicBezTo>
                    <a:pt x="327829" y="1072388"/>
                    <a:pt x="330981" y="1092981"/>
                    <a:pt x="355600" y="1117600"/>
                  </a:cubicBezTo>
                  <a:cubicBezTo>
                    <a:pt x="370567" y="1132567"/>
                    <a:pt x="390329" y="1141925"/>
                    <a:pt x="406400" y="1155700"/>
                  </a:cubicBezTo>
                  <a:cubicBezTo>
                    <a:pt x="502324" y="1237921"/>
                    <a:pt x="373616" y="1147910"/>
                    <a:pt x="508000" y="1231900"/>
                  </a:cubicBezTo>
                  <a:cubicBezTo>
                    <a:pt x="554380" y="1260888"/>
                    <a:pt x="541716" y="1259050"/>
                    <a:pt x="596900" y="1282700"/>
                  </a:cubicBezTo>
                  <a:cubicBezTo>
                    <a:pt x="609205" y="1287973"/>
                    <a:pt x="623026" y="1289413"/>
                    <a:pt x="635000" y="1295400"/>
                  </a:cubicBezTo>
                  <a:cubicBezTo>
                    <a:pt x="708693" y="1332246"/>
                    <a:pt x="634839" y="1312802"/>
                    <a:pt x="723900" y="1346200"/>
                  </a:cubicBezTo>
                  <a:cubicBezTo>
                    <a:pt x="740243" y="1352329"/>
                    <a:pt x="758141" y="1353380"/>
                    <a:pt x="774700" y="1358900"/>
                  </a:cubicBezTo>
                  <a:cubicBezTo>
                    <a:pt x="796327" y="1366109"/>
                    <a:pt x="817368" y="1375041"/>
                    <a:pt x="838200" y="1384300"/>
                  </a:cubicBezTo>
                  <a:cubicBezTo>
                    <a:pt x="855500" y="1391989"/>
                    <a:pt x="871039" y="1403713"/>
                    <a:pt x="889000" y="1409700"/>
                  </a:cubicBezTo>
                  <a:cubicBezTo>
                    <a:pt x="909478" y="1416526"/>
                    <a:pt x="931559" y="1417165"/>
                    <a:pt x="952500" y="1422400"/>
                  </a:cubicBezTo>
                  <a:cubicBezTo>
                    <a:pt x="965487" y="1425647"/>
                    <a:pt x="977900" y="1430867"/>
                    <a:pt x="990600" y="1435100"/>
                  </a:cubicBezTo>
                  <a:cubicBezTo>
                    <a:pt x="1223597" y="1401815"/>
                    <a:pt x="890217" y="1447665"/>
                    <a:pt x="1231900" y="1409700"/>
                  </a:cubicBezTo>
                  <a:cubicBezTo>
                    <a:pt x="1403280" y="1390658"/>
                    <a:pt x="1220912" y="1404392"/>
                    <a:pt x="1371600" y="1384300"/>
                  </a:cubicBezTo>
                  <a:cubicBezTo>
                    <a:pt x="1413771" y="1378677"/>
                    <a:pt x="1456099" y="1373532"/>
                    <a:pt x="1498600" y="1371600"/>
                  </a:cubicBezTo>
                  <a:cubicBezTo>
                    <a:pt x="1642447" y="1365061"/>
                    <a:pt x="1786467" y="1363133"/>
                    <a:pt x="1930400" y="1358900"/>
                  </a:cubicBezTo>
                  <a:cubicBezTo>
                    <a:pt x="2123508" y="1334762"/>
                    <a:pt x="1954205" y="1358434"/>
                    <a:pt x="2095500" y="1333500"/>
                  </a:cubicBezTo>
                  <a:cubicBezTo>
                    <a:pt x="2146217" y="1324550"/>
                    <a:pt x="2199042" y="1324386"/>
                    <a:pt x="2247900" y="1308100"/>
                  </a:cubicBezTo>
                  <a:lnTo>
                    <a:pt x="2590800" y="1193800"/>
                  </a:lnTo>
                  <a:lnTo>
                    <a:pt x="2705100" y="1155700"/>
                  </a:lnTo>
                  <a:cubicBezTo>
                    <a:pt x="2717800" y="1151467"/>
                    <a:pt x="2732061" y="1150426"/>
                    <a:pt x="2743200" y="1143000"/>
                  </a:cubicBezTo>
                  <a:cubicBezTo>
                    <a:pt x="2755900" y="1134533"/>
                    <a:pt x="2767352" y="1123799"/>
                    <a:pt x="2781300" y="1117600"/>
                  </a:cubicBezTo>
                  <a:cubicBezTo>
                    <a:pt x="2805766" y="1106726"/>
                    <a:pt x="2832100" y="1100667"/>
                    <a:pt x="2857500" y="1092200"/>
                  </a:cubicBezTo>
                  <a:lnTo>
                    <a:pt x="2895600" y="1079500"/>
                  </a:lnTo>
                  <a:cubicBezTo>
                    <a:pt x="2912533" y="1054100"/>
                    <a:pt x="2938996" y="1032916"/>
                    <a:pt x="2946400" y="1003300"/>
                  </a:cubicBezTo>
                  <a:cubicBezTo>
                    <a:pt x="2950469" y="987024"/>
                    <a:pt x="2962690" y="932620"/>
                    <a:pt x="2971800" y="914400"/>
                  </a:cubicBezTo>
                  <a:cubicBezTo>
                    <a:pt x="2978626" y="900748"/>
                    <a:pt x="2990374" y="889952"/>
                    <a:pt x="2997200" y="876300"/>
                  </a:cubicBezTo>
                  <a:cubicBezTo>
                    <a:pt x="3010217" y="850265"/>
                    <a:pt x="3017770" y="798852"/>
                    <a:pt x="3022600" y="774700"/>
                  </a:cubicBezTo>
                  <a:cubicBezTo>
                    <a:pt x="3018372" y="736645"/>
                    <a:pt x="3008601" y="629805"/>
                    <a:pt x="2997200" y="584200"/>
                  </a:cubicBezTo>
                  <a:cubicBezTo>
                    <a:pt x="2990706" y="558225"/>
                    <a:pt x="2994077" y="522852"/>
                    <a:pt x="2971800" y="508000"/>
                  </a:cubicBezTo>
                  <a:lnTo>
                    <a:pt x="2933700" y="482600"/>
                  </a:lnTo>
                  <a:cubicBezTo>
                    <a:pt x="2908976" y="408427"/>
                    <a:pt x="2940345" y="476545"/>
                    <a:pt x="2882900" y="419100"/>
                  </a:cubicBezTo>
                  <a:cubicBezTo>
                    <a:pt x="2872107" y="408307"/>
                    <a:pt x="2867271" y="392726"/>
                    <a:pt x="2857500" y="381000"/>
                  </a:cubicBezTo>
                  <a:cubicBezTo>
                    <a:pt x="2846002" y="367202"/>
                    <a:pt x="2830898" y="356698"/>
                    <a:pt x="2819400" y="342900"/>
                  </a:cubicBezTo>
                  <a:cubicBezTo>
                    <a:pt x="2766483" y="279400"/>
                    <a:pt x="2825750" y="325967"/>
                    <a:pt x="2755900" y="279400"/>
                  </a:cubicBezTo>
                  <a:cubicBezTo>
                    <a:pt x="2733547" y="212340"/>
                    <a:pt x="2754339" y="248726"/>
                    <a:pt x="2667000" y="190500"/>
                  </a:cubicBezTo>
                  <a:lnTo>
                    <a:pt x="2552700" y="114300"/>
                  </a:lnTo>
                  <a:cubicBezTo>
                    <a:pt x="2540000" y="105833"/>
                    <a:pt x="2529080" y="93727"/>
                    <a:pt x="2514600" y="88900"/>
                  </a:cubicBezTo>
                  <a:cubicBezTo>
                    <a:pt x="2501900" y="84667"/>
                    <a:pt x="2489372" y="79878"/>
                    <a:pt x="2476500" y="76200"/>
                  </a:cubicBezTo>
                  <a:cubicBezTo>
                    <a:pt x="2434351" y="64157"/>
                    <a:pt x="2425663" y="66025"/>
                    <a:pt x="2387600" y="50800"/>
                  </a:cubicBezTo>
                  <a:cubicBezTo>
                    <a:pt x="2378811" y="47284"/>
                    <a:pt x="2377017" y="40217"/>
                    <a:pt x="2374900" y="38100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749922" y="3285980"/>
                  <a:ext cx="52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922" y="3285980"/>
                  <a:ext cx="52322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/>
            <p:cNvSpPr/>
            <p:nvPr/>
          </p:nvSpPr>
          <p:spPr>
            <a:xfrm>
              <a:off x="1312536" y="3774374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781425" y="3988542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3609976" y="356020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2399506" y="3750417"/>
              <a:ext cx="229393" cy="2381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1852614" y="3519488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2026446" y="4274107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3655371" y="360757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3826820" y="4035908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/>
            <p:cNvCxnSpPr>
              <a:endCxn id="14" idx="2"/>
            </p:cNvCxnSpPr>
            <p:nvPr/>
          </p:nvCxnSpPr>
          <p:spPr>
            <a:xfrm>
              <a:off x="1038225" y="3869479"/>
              <a:ext cx="27431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2351016" y="3680765"/>
                  <a:ext cx="326371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1016" y="3680765"/>
                  <a:ext cx="326371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5" name="Group 84"/>
          <p:cNvGrpSpPr/>
          <p:nvPr/>
        </p:nvGrpSpPr>
        <p:grpSpPr>
          <a:xfrm>
            <a:off x="2191372" y="3725685"/>
            <a:ext cx="5443944" cy="2606271"/>
            <a:chOff x="2191372" y="3632861"/>
            <a:chExt cx="5443944" cy="2606271"/>
          </a:xfrm>
        </p:grpSpPr>
        <p:grpSp>
          <p:nvGrpSpPr>
            <p:cNvPr id="67" name="Group 66"/>
            <p:cNvGrpSpPr/>
            <p:nvPr/>
          </p:nvGrpSpPr>
          <p:grpSpPr>
            <a:xfrm>
              <a:off x="4701415" y="3632861"/>
              <a:ext cx="2933901" cy="2566861"/>
              <a:chOff x="5103906" y="3632861"/>
              <a:chExt cx="2933901" cy="2566861"/>
            </a:xfrm>
          </p:grpSpPr>
          <p:sp>
            <p:nvSpPr>
              <p:cNvPr id="41" name="Freeform 40"/>
              <p:cNvSpPr/>
              <p:nvPr/>
            </p:nvSpPr>
            <p:spPr>
              <a:xfrm>
                <a:off x="5198461" y="3632861"/>
                <a:ext cx="2839346" cy="2566861"/>
              </a:xfrm>
              <a:custGeom>
                <a:avLst/>
                <a:gdLst>
                  <a:gd name="connsiteX0" fmla="*/ 1679415 w 4794078"/>
                  <a:gd name="connsiteY0" fmla="*/ 2818 h 3098630"/>
                  <a:gd name="connsiteX1" fmla="*/ 1679415 w 4794078"/>
                  <a:gd name="connsiteY1" fmla="*/ 2818 h 3098630"/>
                  <a:gd name="connsiteX2" fmla="*/ 1619650 w 4794078"/>
                  <a:gd name="connsiteY2" fmla="*/ 26724 h 3098630"/>
                  <a:gd name="connsiteX3" fmla="*/ 1589768 w 4794078"/>
                  <a:gd name="connsiteY3" fmla="*/ 44653 h 3098630"/>
                  <a:gd name="connsiteX4" fmla="*/ 1524027 w 4794078"/>
                  <a:gd name="connsiteY4" fmla="*/ 74536 h 3098630"/>
                  <a:gd name="connsiteX5" fmla="*/ 1494145 w 4794078"/>
                  <a:gd name="connsiteY5" fmla="*/ 80512 h 3098630"/>
                  <a:gd name="connsiteX6" fmla="*/ 1452309 w 4794078"/>
                  <a:gd name="connsiteY6" fmla="*/ 98441 h 3098630"/>
                  <a:gd name="connsiteX7" fmla="*/ 1416450 w 4794078"/>
                  <a:gd name="connsiteY7" fmla="*/ 110394 h 3098630"/>
                  <a:gd name="connsiteX8" fmla="*/ 1380592 w 4794078"/>
                  <a:gd name="connsiteY8" fmla="*/ 128324 h 3098630"/>
                  <a:gd name="connsiteX9" fmla="*/ 1338756 w 4794078"/>
                  <a:gd name="connsiteY9" fmla="*/ 146253 h 3098630"/>
                  <a:gd name="connsiteX10" fmla="*/ 1314850 w 4794078"/>
                  <a:gd name="connsiteY10" fmla="*/ 158206 h 3098630"/>
                  <a:gd name="connsiteX11" fmla="*/ 1273015 w 4794078"/>
                  <a:gd name="connsiteY11" fmla="*/ 170159 h 3098630"/>
                  <a:gd name="connsiteX12" fmla="*/ 1243133 w 4794078"/>
                  <a:gd name="connsiteY12" fmla="*/ 188088 h 3098630"/>
                  <a:gd name="connsiteX13" fmla="*/ 1171415 w 4794078"/>
                  <a:gd name="connsiteY13" fmla="*/ 217971 h 3098630"/>
                  <a:gd name="connsiteX14" fmla="*/ 1111650 w 4794078"/>
                  <a:gd name="connsiteY14" fmla="*/ 253830 h 3098630"/>
                  <a:gd name="connsiteX15" fmla="*/ 1081768 w 4794078"/>
                  <a:gd name="connsiteY15" fmla="*/ 265783 h 3098630"/>
                  <a:gd name="connsiteX16" fmla="*/ 980168 w 4794078"/>
                  <a:gd name="connsiteY16" fmla="*/ 325547 h 3098630"/>
                  <a:gd name="connsiteX17" fmla="*/ 956262 w 4794078"/>
                  <a:gd name="connsiteY17" fmla="*/ 349453 h 3098630"/>
                  <a:gd name="connsiteX18" fmla="*/ 824780 w 4794078"/>
                  <a:gd name="connsiteY18" fmla="*/ 427147 h 3098630"/>
                  <a:gd name="connsiteX19" fmla="*/ 776968 w 4794078"/>
                  <a:gd name="connsiteY19" fmla="*/ 468983 h 3098630"/>
                  <a:gd name="connsiteX20" fmla="*/ 699274 w 4794078"/>
                  <a:gd name="connsiteY20" fmla="*/ 522771 h 3098630"/>
                  <a:gd name="connsiteX21" fmla="*/ 675368 w 4794078"/>
                  <a:gd name="connsiteY21" fmla="*/ 546677 h 3098630"/>
                  <a:gd name="connsiteX22" fmla="*/ 651462 w 4794078"/>
                  <a:gd name="connsiteY22" fmla="*/ 564606 h 3098630"/>
                  <a:gd name="connsiteX23" fmla="*/ 579745 w 4794078"/>
                  <a:gd name="connsiteY23" fmla="*/ 624371 h 3098630"/>
                  <a:gd name="connsiteX24" fmla="*/ 555839 w 4794078"/>
                  <a:gd name="connsiteY24" fmla="*/ 642300 h 3098630"/>
                  <a:gd name="connsiteX25" fmla="*/ 537909 w 4794078"/>
                  <a:gd name="connsiteY25" fmla="*/ 666206 h 3098630"/>
                  <a:gd name="connsiteX26" fmla="*/ 484121 w 4794078"/>
                  <a:gd name="connsiteY26" fmla="*/ 702065 h 3098630"/>
                  <a:gd name="connsiteX27" fmla="*/ 466192 w 4794078"/>
                  <a:gd name="connsiteY27" fmla="*/ 719994 h 3098630"/>
                  <a:gd name="connsiteX28" fmla="*/ 400450 w 4794078"/>
                  <a:gd name="connsiteY28" fmla="*/ 767806 h 3098630"/>
                  <a:gd name="connsiteX29" fmla="*/ 376545 w 4794078"/>
                  <a:gd name="connsiteY29" fmla="*/ 791712 h 3098630"/>
                  <a:gd name="connsiteX30" fmla="*/ 340686 w 4794078"/>
                  <a:gd name="connsiteY30" fmla="*/ 815618 h 3098630"/>
                  <a:gd name="connsiteX31" fmla="*/ 304827 w 4794078"/>
                  <a:gd name="connsiteY31" fmla="*/ 845500 h 3098630"/>
                  <a:gd name="connsiteX32" fmla="*/ 286898 w 4794078"/>
                  <a:gd name="connsiteY32" fmla="*/ 863430 h 3098630"/>
                  <a:gd name="connsiteX33" fmla="*/ 262992 w 4794078"/>
                  <a:gd name="connsiteY33" fmla="*/ 881359 h 3098630"/>
                  <a:gd name="connsiteX34" fmla="*/ 221156 w 4794078"/>
                  <a:gd name="connsiteY34" fmla="*/ 911241 h 3098630"/>
                  <a:gd name="connsiteX35" fmla="*/ 197250 w 4794078"/>
                  <a:gd name="connsiteY35" fmla="*/ 941124 h 3098630"/>
                  <a:gd name="connsiteX36" fmla="*/ 179321 w 4794078"/>
                  <a:gd name="connsiteY36" fmla="*/ 947100 h 3098630"/>
                  <a:gd name="connsiteX37" fmla="*/ 137486 w 4794078"/>
                  <a:gd name="connsiteY37" fmla="*/ 988936 h 3098630"/>
                  <a:gd name="connsiteX38" fmla="*/ 95650 w 4794078"/>
                  <a:gd name="connsiteY38" fmla="*/ 1042724 h 3098630"/>
                  <a:gd name="connsiteX39" fmla="*/ 77721 w 4794078"/>
                  <a:gd name="connsiteY39" fmla="*/ 1060653 h 3098630"/>
                  <a:gd name="connsiteX40" fmla="*/ 41862 w 4794078"/>
                  <a:gd name="connsiteY40" fmla="*/ 1120418 h 3098630"/>
                  <a:gd name="connsiteX41" fmla="*/ 29909 w 4794078"/>
                  <a:gd name="connsiteY41" fmla="*/ 1162253 h 3098630"/>
                  <a:gd name="connsiteX42" fmla="*/ 17956 w 4794078"/>
                  <a:gd name="connsiteY42" fmla="*/ 1210065 h 3098630"/>
                  <a:gd name="connsiteX43" fmla="*/ 6003 w 4794078"/>
                  <a:gd name="connsiteY43" fmla="*/ 1275806 h 3098630"/>
                  <a:gd name="connsiteX44" fmla="*/ 27 w 4794078"/>
                  <a:gd name="connsiteY44" fmla="*/ 1317641 h 3098630"/>
                  <a:gd name="connsiteX45" fmla="*/ 17956 w 4794078"/>
                  <a:gd name="connsiteY45" fmla="*/ 1502912 h 3098630"/>
                  <a:gd name="connsiteX46" fmla="*/ 23933 w 4794078"/>
                  <a:gd name="connsiteY46" fmla="*/ 1556700 h 3098630"/>
                  <a:gd name="connsiteX47" fmla="*/ 41862 w 4794078"/>
                  <a:gd name="connsiteY47" fmla="*/ 1634394 h 3098630"/>
                  <a:gd name="connsiteX48" fmla="*/ 47839 w 4794078"/>
                  <a:gd name="connsiteY48" fmla="*/ 1652324 h 3098630"/>
                  <a:gd name="connsiteX49" fmla="*/ 65768 w 4794078"/>
                  <a:gd name="connsiteY49" fmla="*/ 1735994 h 3098630"/>
                  <a:gd name="connsiteX50" fmla="*/ 71745 w 4794078"/>
                  <a:gd name="connsiteY50" fmla="*/ 1771853 h 3098630"/>
                  <a:gd name="connsiteX51" fmla="*/ 83698 w 4794078"/>
                  <a:gd name="connsiteY51" fmla="*/ 1801736 h 3098630"/>
                  <a:gd name="connsiteX52" fmla="*/ 89674 w 4794078"/>
                  <a:gd name="connsiteY52" fmla="*/ 1843571 h 3098630"/>
                  <a:gd name="connsiteX53" fmla="*/ 95650 w 4794078"/>
                  <a:gd name="connsiteY53" fmla="*/ 1861500 h 3098630"/>
                  <a:gd name="connsiteX54" fmla="*/ 113580 w 4794078"/>
                  <a:gd name="connsiteY54" fmla="*/ 1909312 h 3098630"/>
                  <a:gd name="connsiteX55" fmla="*/ 125533 w 4794078"/>
                  <a:gd name="connsiteY55" fmla="*/ 1951147 h 3098630"/>
                  <a:gd name="connsiteX56" fmla="*/ 131509 w 4794078"/>
                  <a:gd name="connsiteY56" fmla="*/ 1981030 h 3098630"/>
                  <a:gd name="connsiteX57" fmla="*/ 143462 w 4794078"/>
                  <a:gd name="connsiteY57" fmla="*/ 1998959 h 3098630"/>
                  <a:gd name="connsiteX58" fmla="*/ 149439 w 4794078"/>
                  <a:gd name="connsiteY58" fmla="*/ 2016888 h 3098630"/>
                  <a:gd name="connsiteX59" fmla="*/ 167368 w 4794078"/>
                  <a:gd name="connsiteY59" fmla="*/ 2052747 h 3098630"/>
                  <a:gd name="connsiteX60" fmla="*/ 179321 w 4794078"/>
                  <a:gd name="connsiteY60" fmla="*/ 2088606 h 3098630"/>
                  <a:gd name="connsiteX61" fmla="*/ 185298 w 4794078"/>
                  <a:gd name="connsiteY61" fmla="*/ 2106536 h 3098630"/>
                  <a:gd name="connsiteX62" fmla="*/ 233109 w 4794078"/>
                  <a:gd name="connsiteY62" fmla="*/ 2196183 h 3098630"/>
                  <a:gd name="connsiteX63" fmla="*/ 257015 w 4794078"/>
                  <a:gd name="connsiteY63" fmla="*/ 2238018 h 3098630"/>
                  <a:gd name="connsiteX64" fmla="*/ 274945 w 4794078"/>
                  <a:gd name="connsiteY64" fmla="*/ 2261924 h 3098630"/>
                  <a:gd name="connsiteX65" fmla="*/ 316780 w 4794078"/>
                  <a:gd name="connsiteY65" fmla="*/ 2333641 h 3098630"/>
                  <a:gd name="connsiteX66" fmla="*/ 340686 w 4794078"/>
                  <a:gd name="connsiteY66" fmla="*/ 2375477 h 3098630"/>
                  <a:gd name="connsiteX67" fmla="*/ 364592 w 4794078"/>
                  <a:gd name="connsiteY67" fmla="*/ 2405359 h 3098630"/>
                  <a:gd name="connsiteX68" fmla="*/ 376545 w 4794078"/>
                  <a:gd name="connsiteY68" fmla="*/ 2423288 h 3098630"/>
                  <a:gd name="connsiteX69" fmla="*/ 394474 w 4794078"/>
                  <a:gd name="connsiteY69" fmla="*/ 2447194 h 3098630"/>
                  <a:gd name="connsiteX70" fmla="*/ 406427 w 4794078"/>
                  <a:gd name="connsiteY70" fmla="*/ 2465124 h 3098630"/>
                  <a:gd name="connsiteX71" fmla="*/ 442286 w 4794078"/>
                  <a:gd name="connsiteY71" fmla="*/ 2500983 h 3098630"/>
                  <a:gd name="connsiteX72" fmla="*/ 502050 w 4794078"/>
                  <a:gd name="connsiteY72" fmla="*/ 2566724 h 3098630"/>
                  <a:gd name="connsiteX73" fmla="*/ 531933 w 4794078"/>
                  <a:gd name="connsiteY73" fmla="*/ 2590630 h 3098630"/>
                  <a:gd name="connsiteX74" fmla="*/ 597674 w 4794078"/>
                  <a:gd name="connsiteY74" fmla="*/ 2632465 h 3098630"/>
                  <a:gd name="connsiteX75" fmla="*/ 663415 w 4794078"/>
                  <a:gd name="connsiteY75" fmla="*/ 2680277 h 3098630"/>
                  <a:gd name="connsiteX76" fmla="*/ 699274 w 4794078"/>
                  <a:gd name="connsiteY76" fmla="*/ 2692230 h 3098630"/>
                  <a:gd name="connsiteX77" fmla="*/ 729156 w 4794078"/>
                  <a:gd name="connsiteY77" fmla="*/ 2716136 h 3098630"/>
                  <a:gd name="connsiteX78" fmla="*/ 848686 w 4794078"/>
                  <a:gd name="connsiteY78" fmla="*/ 2769924 h 3098630"/>
                  <a:gd name="connsiteX79" fmla="*/ 986145 w 4794078"/>
                  <a:gd name="connsiteY79" fmla="*/ 2841641 h 3098630"/>
                  <a:gd name="connsiteX80" fmla="*/ 1039933 w 4794078"/>
                  <a:gd name="connsiteY80" fmla="*/ 2859571 h 3098630"/>
                  <a:gd name="connsiteX81" fmla="*/ 1123603 w 4794078"/>
                  <a:gd name="connsiteY81" fmla="*/ 2889453 h 3098630"/>
                  <a:gd name="connsiteX82" fmla="*/ 1249109 w 4794078"/>
                  <a:gd name="connsiteY82" fmla="*/ 2925312 h 3098630"/>
                  <a:gd name="connsiteX83" fmla="*/ 1290945 w 4794078"/>
                  <a:gd name="connsiteY83" fmla="*/ 2937265 h 3098630"/>
                  <a:gd name="connsiteX84" fmla="*/ 1488168 w 4794078"/>
                  <a:gd name="connsiteY84" fmla="*/ 2979100 h 3098630"/>
                  <a:gd name="connsiteX85" fmla="*/ 1530003 w 4794078"/>
                  <a:gd name="connsiteY85" fmla="*/ 2991053 h 3098630"/>
                  <a:gd name="connsiteX86" fmla="*/ 1613674 w 4794078"/>
                  <a:gd name="connsiteY86" fmla="*/ 3003006 h 3098630"/>
                  <a:gd name="connsiteX87" fmla="*/ 1655509 w 4794078"/>
                  <a:gd name="connsiteY87" fmla="*/ 3008983 h 3098630"/>
                  <a:gd name="connsiteX88" fmla="*/ 1697345 w 4794078"/>
                  <a:gd name="connsiteY88" fmla="*/ 3014959 h 3098630"/>
                  <a:gd name="connsiteX89" fmla="*/ 1822850 w 4794078"/>
                  <a:gd name="connsiteY89" fmla="*/ 3038865 h 3098630"/>
                  <a:gd name="connsiteX90" fmla="*/ 1912498 w 4794078"/>
                  <a:gd name="connsiteY90" fmla="*/ 3050818 h 3098630"/>
                  <a:gd name="connsiteX91" fmla="*/ 2043980 w 4794078"/>
                  <a:gd name="connsiteY91" fmla="*/ 3074724 h 3098630"/>
                  <a:gd name="connsiteX92" fmla="*/ 2181439 w 4794078"/>
                  <a:gd name="connsiteY92" fmla="*/ 3086677 h 3098630"/>
                  <a:gd name="connsiteX93" fmla="*/ 2271086 w 4794078"/>
                  <a:gd name="connsiteY93" fmla="*/ 3098630 h 3098630"/>
                  <a:gd name="connsiteX94" fmla="*/ 2791039 w 4794078"/>
                  <a:gd name="connsiteY94" fmla="*/ 3086677 h 3098630"/>
                  <a:gd name="connsiteX95" fmla="*/ 2832874 w 4794078"/>
                  <a:gd name="connsiteY95" fmla="*/ 3080700 h 3098630"/>
                  <a:gd name="connsiteX96" fmla="*/ 2970333 w 4794078"/>
                  <a:gd name="connsiteY96" fmla="*/ 3056794 h 3098630"/>
                  <a:gd name="connsiteX97" fmla="*/ 3071933 w 4794078"/>
                  <a:gd name="connsiteY97" fmla="*/ 3044841 h 3098630"/>
                  <a:gd name="connsiteX98" fmla="*/ 3119745 w 4794078"/>
                  <a:gd name="connsiteY98" fmla="*/ 3038865 h 3098630"/>
                  <a:gd name="connsiteX99" fmla="*/ 3215368 w 4794078"/>
                  <a:gd name="connsiteY99" fmla="*/ 3020936 h 3098630"/>
                  <a:gd name="connsiteX100" fmla="*/ 3257203 w 4794078"/>
                  <a:gd name="connsiteY100" fmla="*/ 3014959 h 3098630"/>
                  <a:gd name="connsiteX101" fmla="*/ 3340874 w 4794078"/>
                  <a:gd name="connsiteY101" fmla="*/ 2997030 h 3098630"/>
                  <a:gd name="connsiteX102" fmla="*/ 3418568 w 4794078"/>
                  <a:gd name="connsiteY102" fmla="*/ 2973124 h 3098630"/>
                  <a:gd name="connsiteX103" fmla="*/ 3496262 w 4794078"/>
                  <a:gd name="connsiteY103" fmla="*/ 2949218 h 3098630"/>
                  <a:gd name="connsiteX104" fmla="*/ 3639698 w 4794078"/>
                  <a:gd name="connsiteY104" fmla="*/ 2889453 h 3098630"/>
                  <a:gd name="connsiteX105" fmla="*/ 3992309 w 4794078"/>
                  <a:gd name="connsiteY105" fmla="*/ 2650394 h 3098630"/>
                  <a:gd name="connsiteX106" fmla="*/ 4243321 w 4794078"/>
                  <a:gd name="connsiteY106" fmla="*/ 2453171 h 3098630"/>
                  <a:gd name="connsiteX107" fmla="*/ 4380780 w 4794078"/>
                  <a:gd name="connsiteY107" fmla="*/ 2291806 h 3098630"/>
                  <a:gd name="connsiteX108" fmla="*/ 4458474 w 4794078"/>
                  <a:gd name="connsiteY108" fmla="*/ 2202159 h 3098630"/>
                  <a:gd name="connsiteX109" fmla="*/ 4578003 w 4794078"/>
                  <a:gd name="connsiteY109" fmla="*/ 2022865 h 3098630"/>
                  <a:gd name="connsiteX110" fmla="*/ 4673627 w 4794078"/>
                  <a:gd name="connsiteY110" fmla="*/ 1849547 h 3098630"/>
                  <a:gd name="connsiteX111" fmla="*/ 4697533 w 4794078"/>
                  <a:gd name="connsiteY111" fmla="*/ 1789783 h 3098630"/>
                  <a:gd name="connsiteX112" fmla="*/ 4739368 w 4794078"/>
                  <a:gd name="connsiteY112" fmla="*/ 1646347 h 3098630"/>
                  <a:gd name="connsiteX113" fmla="*/ 4763274 w 4794078"/>
                  <a:gd name="connsiteY113" fmla="*/ 1562677 h 3098630"/>
                  <a:gd name="connsiteX114" fmla="*/ 4769250 w 4794078"/>
                  <a:gd name="connsiteY114" fmla="*/ 1502912 h 3098630"/>
                  <a:gd name="connsiteX115" fmla="*/ 4793156 w 4794078"/>
                  <a:gd name="connsiteY115" fmla="*/ 1371430 h 3098630"/>
                  <a:gd name="connsiteX116" fmla="*/ 4787180 w 4794078"/>
                  <a:gd name="connsiteY116" fmla="*/ 1239947 h 3098630"/>
                  <a:gd name="connsiteX117" fmla="*/ 4757298 w 4794078"/>
                  <a:gd name="connsiteY117" fmla="*/ 1132371 h 3098630"/>
                  <a:gd name="connsiteX118" fmla="*/ 4721439 w 4794078"/>
                  <a:gd name="connsiteY118" fmla="*/ 1072606 h 3098630"/>
                  <a:gd name="connsiteX119" fmla="*/ 4691556 w 4794078"/>
                  <a:gd name="connsiteY119" fmla="*/ 1030771 h 3098630"/>
                  <a:gd name="connsiteX120" fmla="*/ 4572027 w 4794078"/>
                  <a:gd name="connsiteY120" fmla="*/ 917218 h 3098630"/>
                  <a:gd name="connsiteX121" fmla="*/ 4452498 w 4794078"/>
                  <a:gd name="connsiteY121" fmla="*/ 821594 h 3098630"/>
                  <a:gd name="connsiteX122" fmla="*/ 4291133 w 4794078"/>
                  <a:gd name="connsiteY122" fmla="*/ 708041 h 3098630"/>
                  <a:gd name="connsiteX123" fmla="*/ 4153674 w 4794078"/>
                  <a:gd name="connsiteY123" fmla="*/ 576559 h 3098630"/>
                  <a:gd name="connsiteX124" fmla="*/ 4064027 w 4794078"/>
                  <a:gd name="connsiteY124" fmla="*/ 504841 h 3098630"/>
                  <a:gd name="connsiteX125" fmla="*/ 3896686 w 4794078"/>
                  <a:gd name="connsiteY125" fmla="*/ 373359 h 3098630"/>
                  <a:gd name="connsiteX126" fmla="*/ 3741298 w 4794078"/>
                  <a:gd name="connsiteY126" fmla="*/ 295665 h 3098630"/>
                  <a:gd name="connsiteX127" fmla="*/ 3723368 w 4794078"/>
                  <a:gd name="connsiteY127" fmla="*/ 283712 h 3098630"/>
                  <a:gd name="connsiteX128" fmla="*/ 3675556 w 4794078"/>
                  <a:gd name="connsiteY128" fmla="*/ 265783 h 3098630"/>
                  <a:gd name="connsiteX129" fmla="*/ 3621768 w 4794078"/>
                  <a:gd name="connsiteY129" fmla="*/ 235900 h 3098630"/>
                  <a:gd name="connsiteX130" fmla="*/ 3550050 w 4794078"/>
                  <a:gd name="connsiteY130" fmla="*/ 188088 h 3098630"/>
                  <a:gd name="connsiteX131" fmla="*/ 3532121 w 4794078"/>
                  <a:gd name="connsiteY131" fmla="*/ 182112 h 3098630"/>
                  <a:gd name="connsiteX132" fmla="*/ 3484309 w 4794078"/>
                  <a:gd name="connsiteY132" fmla="*/ 158206 h 3098630"/>
                  <a:gd name="connsiteX133" fmla="*/ 3460403 w 4794078"/>
                  <a:gd name="connsiteY133" fmla="*/ 146253 h 3098630"/>
                  <a:gd name="connsiteX134" fmla="*/ 3406615 w 4794078"/>
                  <a:gd name="connsiteY134" fmla="*/ 140277 h 3098630"/>
                  <a:gd name="connsiteX135" fmla="*/ 3310992 w 4794078"/>
                  <a:gd name="connsiteY135" fmla="*/ 116371 h 3098630"/>
                  <a:gd name="connsiteX136" fmla="*/ 3119745 w 4794078"/>
                  <a:gd name="connsiteY136" fmla="*/ 74536 h 3098630"/>
                  <a:gd name="connsiteX137" fmla="*/ 3054003 w 4794078"/>
                  <a:gd name="connsiteY137" fmla="*/ 56606 h 3098630"/>
                  <a:gd name="connsiteX138" fmla="*/ 2994239 w 4794078"/>
                  <a:gd name="connsiteY138" fmla="*/ 44653 h 3098630"/>
                  <a:gd name="connsiteX139" fmla="*/ 2970333 w 4794078"/>
                  <a:gd name="connsiteY139" fmla="*/ 38677 h 3098630"/>
                  <a:gd name="connsiteX140" fmla="*/ 2922521 w 4794078"/>
                  <a:gd name="connsiteY140" fmla="*/ 32700 h 3098630"/>
                  <a:gd name="connsiteX141" fmla="*/ 2689439 w 4794078"/>
                  <a:gd name="connsiteY141" fmla="*/ 38677 h 3098630"/>
                  <a:gd name="connsiteX142" fmla="*/ 2671509 w 4794078"/>
                  <a:gd name="connsiteY142" fmla="*/ 44653 h 3098630"/>
                  <a:gd name="connsiteX143" fmla="*/ 2641627 w 4794078"/>
                  <a:gd name="connsiteY143" fmla="*/ 50630 h 3098630"/>
                  <a:gd name="connsiteX144" fmla="*/ 2229250 w 4794078"/>
                  <a:gd name="connsiteY144" fmla="*/ 38677 h 3098630"/>
                  <a:gd name="connsiteX145" fmla="*/ 2169486 w 4794078"/>
                  <a:gd name="connsiteY145" fmla="*/ 32700 h 3098630"/>
                  <a:gd name="connsiteX146" fmla="*/ 2085815 w 4794078"/>
                  <a:gd name="connsiteY146" fmla="*/ 14771 h 3098630"/>
                  <a:gd name="connsiteX147" fmla="*/ 2026050 w 4794078"/>
                  <a:gd name="connsiteY147" fmla="*/ 8794 h 3098630"/>
                  <a:gd name="connsiteX148" fmla="*/ 1882615 w 4794078"/>
                  <a:gd name="connsiteY148" fmla="*/ 8794 h 3098630"/>
                  <a:gd name="connsiteX149" fmla="*/ 1679415 w 4794078"/>
                  <a:gd name="connsiteY149" fmla="*/ 2818 h 3098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4794078" h="3098630">
                    <a:moveTo>
                      <a:pt x="1679415" y="2818"/>
                    </a:moveTo>
                    <a:lnTo>
                      <a:pt x="1679415" y="2818"/>
                    </a:lnTo>
                    <a:cubicBezTo>
                      <a:pt x="1659493" y="10787"/>
                      <a:pt x="1639093" y="17650"/>
                      <a:pt x="1619650" y="26724"/>
                    </a:cubicBezTo>
                    <a:cubicBezTo>
                      <a:pt x="1609124" y="31636"/>
                      <a:pt x="1599922" y="39012"/>
                      <a:pt x="1589768" y="44653"/>
                    </a:cubicBezTo>
                    <a:cubicBezTo>
                      <a:pt x="1574252" y="53273"/>
                      <a:pt x="1536654" y="70327"/>
                      <a:pt x="1524027" y="74536"/>
                    </a:cubicBezTo>
                    <a:cubicBezTo>
                      <a:pt x="1514390" y="77748"/>
                      <a:pt x="1504106" y="78520"/>
                      <a:pt x="1494145" y="80512"/>
                    </a:cubicBezTo>
                    <a:cubicBezTo>
                      <a:pt x="1480200" y="86488"/>
                      <a:pt x="1466470" y="92995"/>
                      <a:pt x="1452309" y="98441"/>
                    </a:cubicBezTo>
                    <a:cubicBezTo>
                      <a:pt x="1440549" y="102964"/>
                      <a:pt x="1428080" y="105548"/>
                      <a:pt x="1416450" y="110394"/>
                    </a:cubicBezTo>
                    <a:cubicBezTo>
                      <a:pt x="1404114" y="115534"/>
                      <a:pt x="1392726" y="122724"/>
                      <a:pt x="1380592" y="128324"/>
                    </a:cubicBezTo>
                    <a:cubicBezTo>
                      <a:pt x="1366816" y="134682"/>
                      <a:pt x="1352568" y="139975"/>
                      <a:pt x="1338756" y="146253"/>
                    </a:cubicBezTo>
                    <a:cubicBezTo>
                      <a:pt x="1330645" y="149940"/>
                      <a:pt x="1323223" y="155161"/>
                      <a:pt x="1314850" y="158206"/>
                    </a:cubicBezTo>
                    <a:cubicBezTo>
                      <a:pt x="1301220" y="163162"/>
                      <a:pt x="1286960" y="166175"/>
                      <a:pt x="1273015" y="170159"/>
                    </a:cubicBezTo>
                    <a:cubicBezTo>
                      <a:pt x="1263054" y="176135"/>
                      <a:pt x="1253708" y="183281"/>
                      <a:pt x="1243133" y="188088"/>
                    </a:cubicBezTo>
                    <a:cubicBezTo>
                      <a:pt x="1165823" y="223229"/>
                      <a:pt x="1249062" y="174294"/>
                      <a:pt x="1171415" y="217971"/>
                    </a:cubicBezTo>
                    <a:cubicBezTo>
                      <a:pt x="1151166" y="229361"/>
                      <a:pt x="1132149" y="242897"/>
                      <a:pt x="1111650" y="253830"/>
                    </a:cubicBezTo>
                    <a:cubicBezTo>
                      <a:pt x="1102184" y="258878"/>
                      <a:pt x="1091118" y="260523"/>
                      <a:pt x="1081768" y="265783"/>
                    </a:cubicBezTo>
                    <a:cubicBezTo>
                      <a:pt x="913760" y="360288"/>
                      <a:pt x="1086075" y="272595"/>
                      <a:pt x="980168" y="325547"/>
                    </a:cubicBezTo>
                    <a:cubicBezTo>
                      <a:pt x="972199" y="333516"/>
                      <a:pt x="965494" y="342990"/>
                      <a:pt x="956262" y="349453"/>
                    </a:cubicBezTo>
                    <a:cubicBezTo>
                      <a:pt x="888001" y="397237"/>
                      <a:pt x="928313" y="323614"/>
                      <a:pt x="824780" y="427147"/>
                    </a:cubicBezTo>
                    <a:cubicBezTo>
                      <a:pt x="806292" y="445635"/>
                      <a:pt x="800680" y="452567"/>
                      <a:pt x="776968" y="468983"/>
                    </a:cubicBezTo>
                    <a:cubicBezTo>
                      <a:pt x="727945" y="502922"/>
                      <a:pt x="737312" y="488959"/>
                      <a:pt x="699274" y="522771"/>
                    </a:cubicBezTo>
                    <a:cubicBezTo>
                      <a:pt x="690851" y="530258"/>
                      <a:pt x="683849" y="539256"/>
                      <a:pt x="675368" y="546677"/>
                    </a:cubicBezTo>
                    <a:cubicBezTo>
                      <a:pt x="667872" y="553236"/>
                      <a:pt x="659193" y="558325"/>
                      <a:pt x="651462" y="564606"/>
                    </a:cubicBezTo>
                    <a:cubicBezTo>
                      <a:pt x="627311" y="584229"/>
                      <a:pt x="603896" y="604748"/>
                      <a:pt x="579745" y="624371"/>
                    </a:cubicBezTo>
                    <a:cubicBezTo>
                      <a:pt x="572014" y="630652"/>
                      <a:pt x="561816" y="634331"/>
                      <a:pt x="555839" y="642300"/>
                    </a:cubicBezTo>
                    <a:cubicBezTo>
                      <a:pt x="549862" y="650269"/>
                      <a:pt x="545561" y="659829"/>
                      <a:pt x="537909" y="666206"/>
                    </a:cubicBezTo>
                    <a:cubicBezTo>
                      <a:pt x="521355" y="680001"/>
                      <a:pt x="501360" y="689136"/>
                      <a:pt x="484121" y="702065"/>
                    </a:cubicBezTo>
                    <a:cubicBezTo>
                      <a:pt x="477360" y="707136"/>
                      <a:pt x="472838" y="714772"/>
                      <a:pt x="466192" y="719994"/>
                    </a:cubicBezTo>
                    <a:cubicBezTo>
                      <a:pt x="444885" y="736735"/>
                      <a:pt x="419610" y="748645"/>
                      <a:pt x="400450" y="767806"/>
                    </a:cubicBezTo>
                    <a:cubicBezTo>
                      <a:pt x="392482" y="775775"/>
                      <a:pt x="385345" y="784672"/>
                      <a:pt x="376545" y="791712"/>
                    </a:cubicBezTo>
                    <a:cubicBezTo>
                      <a:pt x="365327" y="800686"/>
                      <a:pt x="350844" y="805460"/>
                      <a:pt x="340686" y="815618"/>
                    </a:cubicBezTo>
                    <a:cubicBezTo>
                      <a:pt x="288285" y="868016"/>
                      <a:pt x="354767" y="803882"/>
                      <a:pt x="304827" y="845500"/>
                    </a:cubicBezTo>
                    <a:cubicBezTo>
                      <a:pt x="298334" y="850911"/>
                      <a:pt x="293315" y="857929"/>
                      <a:pt x="286898" y="863430"/>
                    </a:cubicBezTo>
                    <a:cubicBezTo>
                      <a:pt x="279335" y="869912"/>
                      <a:pt x="270488" y="874800"/>
                      <a:pt x="262992" y="881359"/>
                    </a:cubicBezTo>
                    <a:cubicBezTo>
                      <a:pt x="228086" y="911901"/>
                      <a:pt x="253436" y="900482"/>
                      <a:pt x="221156" y="911241"/>
                    </a:cubicBezTo>
                    <a:cubicBezTo>
                      <a:pt x="213187" y="921202"/>
                      <a:pt x="206935" y="932822"/>
                      <a:pt x="197250" y="941124"/>
                    </a:cubicBezTo>
                    <a:cubicBezTo>
                      <a:pt x="192467" y="945224"/>
                      <a:pt x="184104" y="943000"/>
                      <a:pt x="179321" y="947100"/>
                    </a:cubicBezTo>
                    <a:cubicBezTo>
                      <a:pt x="92363" y="1021636"/>
                      <a:pt x="199005" y="947922"/>
                      <a:pt x="137486" y="988936"/>
                    </a:cubicBezTo>
                    <a:cubicBezTo>
                      <a:pt x="120085" y="1015036"/>
                      <a:pt x="123235" y="1011691"/>
                      <a:pt x="95650" y="1042724"/>
                    </a:cubicBezTo>
                    <a:cubicBezTo>
                      <a:pt x="90035" y="1049041"/>
                      <a:pt x="82910" y="1053982"/>
                      <a:pt x="77721" y="1060653"/>
                    </a:cubicBezTo>
                    <a:cubicBezTo>
                      <a:pt x="64203" y="1078033"/>
                      <a:pt x="50732" y="1099720"/>
                      <a:pt x="41862" y="1120418"/>
                    </a:cubicBezTo>
                    <a:cubicBezTo>
                      <a:pt x="35724" y="1134741"/>
                      <a:pt x="34239" y="1147098"/>
                      <a:pt x="29909" y="1162253"/>
                    </a:cubicBezTo>
                    <a:cubicBezTo>
                      <a:pt x="21428" y="1191937"/>
                      <a:pt x="24029" y="1170592"/>
                      <a:pt x="17956" y="1210065"/>
                    </a:cubicBezTo>
                    <a:cubicBezTo>
                      <a:pt x="8302" y="1272818"/>
                      <a:pt x="18196" y="1239231"/>
                      <a:pt x="6003" y="1275806"/>
                    </a:cubicBezTo>
                    <a:cubicBezTo>
                      <a:pt x="4011" y="1289751"/>
                      <a:pt x="-387" y="1303561"/>
                      <a:pt x="27" y="1317641"/>
                    </a:cubicBezTo>
                    <a:cubicBezTo>
                      <a:pt x="4005" y="1452866"/>
                      <a:pt x="207" y="1431909"/>
                      <a:pt x="17956" y="1502912"/>
                    </a:cubicBezTo>
                    <a:cubicBezTo>
                      <a:pt x="19948" y="1520841"/>
                      <a:pt x="20967" y="1538906"/>
                      <a:pt x="23933" y="1556700"/>
                    </a:cubicBezTo>
                    <a:cubicBezTo>
                      <a:pt x="24759" y="1561658"/>
                      <a:pt x="37205" y="1618093"/>
                      <a:pt x="41862" y="1634394"/>
                    </a:cubicBezTo>
                    <a:cubicBezTo>
                      <a:pt x="43593" y="1640452"/>
                      <a:pt x="46311" y="1646212"/>
                      <a:pt x="47839" y="1652324"/>
                    </a:cubicBezTo>
                    <a:cubicBezTo>
                      <a:pt x="51508" y="1667001"/>
                      <a:pt x="61990" y="1715217"/>
                      <a:pt x="65768" y="1735994"/>
                    </a:cubicBezTo>
                    <a:cubicBezTo>
                      <a:pt x="67936" y="1747916"/>
                      <a:pt x="68557" y="1760162"/>
                      <a:pt x="71745" y="1771853"/>
                    </a:cubicBezTo>
                    <a:cubicBezTo>
                      <a:pt x="74568" y="1782203"/>
                      <a:pt x="79714" y="1791775"/>
                      <a:pt x="83698" y="1801736"/>
                    </a:cubicBezTo>
                    <a:cubicBezTo>
                      <a:pt x="85690" y="1815681"/>
                      <a:pt x="86912" y="1829758"/>
                      <a:pt x="89674" y="1843571"/>
                    </a:cubicBezTo>
                    <a:cubicBezTo>
                      <a:pt x="90909" y="1849748"/>
                      <a:pt x="93497" y="1855580"/>
                      <a:pt x="95650" y="1861500"/>
                    </a:cubicBezTo>
                    <a:cubicBezTo>
                      <a:pt x="101467" y="1877496"/>
                      <a:pt x="108197" y="1893164"/>
                      <a:pt x="113580" y="1909312"/>
                    </a:cubicBezTo>
                    <a:cubicBezTo>
                      <a:pt x="118166" y="1923071"/>
                      <a:pt x="122016" y="1937077"/>
                      <a:pt x="125533" y="1951147"/>
                    </a:cubicBezTo>
                    <a:cubicBezTo>
                      <a:pt x="127997" y="1961002"/>
                      <a:pt x="127942" y="1971519"/>
                      <a:pt x="131509" y="1981030"/>
                    </a:cubicBezTo>
                    <a:cubicBezTo>
                      <a:pt x="134031" y="1987755"/>
                      <a:pt x="140250" y="1992535"/>
                      <a:pt x="143462" y="1998959"/>
                    </a:cubicBezTo>
                    <a:cubicBezTo>
                      <a:pt x="146279" y="2004594"/>
                      <a:pt x="146880" y="2011131"/>
                      <a:pt x="149439" y="2016888"/>
                    </a:cubicBezTo>
                    <a:cubicBezTo>
                      <a:pt x="154867" y="2029100"/>
                      <a:pt x="162228" y="2040411"/>
                      <a:pt x="167368" y="2052747"/>
                    </a:cubicBezTo>
                    <a:cubicBezTo>
                      <a:pt x="172214" y="2064377"/>
                      <a:pt x="175337" y="2076653"/>
                      <a:pt x="179321" y="2088606"/>
                    </a:cubicBezTo>
                    <a:cubicBezTo>
                      <a:pt x="181313" y="2094583"/>
                      <a:pt x="182057" y="2101134"/>
                      <a:pt x="185298" y="2106536"/>
                    </a:cubicBezTo>
                    <a:cubicBezTo>
                      <a:pt x="214688" y="2155520"/>
                      <a:pt x="198029" y="2126022"/>
                      <a:pt x="233109" y="2196183"/>
                    </a:cubicBezTo>
                    <a:cubicBezTo>
                      <a:pt x="244778" y="2219522"/>
                      <a:pt x="242939" y="2218312"/>
                      <a:pt x="257015" y="2238018"/>
                    </a:cubicBezTo>
                    <a:cubicBezTo>
                      <a:pt x="262805" y="2246124"/>
                      <a:pt x="270223" y="2253154"/>
                      <a:pt x="274945" y="2261924"/>
                    </a:cubicBezTo>
                    <a:cubicBezTo>
                      <a:pt x="314813" y="2335966"/>
                      <a:pt x="279578" y="2296441"/>
                      <a:pt x="316780" y="2333641"/>
                    </a:cubicBezTo>
                    <a:cubicBezTo>
                      <a:pt x="326705" y="2353491"/>
                      <a:pt x="328016" y="2358584"/>
                      <a:pt x="340686" y="2375477"/>
                    </a:cubicBezTo>
                    <a:cubicBezTo>
                      <a:pt x="348340" y="2385682"/>
                      <a:pt x="356938" y="2395154"/>
                      <a:pt x="364592" y="2405359"/>
                    </a:cubicBezTo>
                    <a:cubicBezTo>
                      <a:pt x="368902" y="2411105"/>
                      <a:pt x="372370" y="2417443"/>
                      <a:pt x="376545" y="2423288"/>
                    </a:cubicBezTo>
                    <a:cubicBezTo>
                      <a:pt x="382335" y="2431393"/>
                      <a:pt x="388685" y="2439089"/>
                      <a:pt x="394474" y="2447194"/>
                    </a:cubicBezTo>
                    <a:cubicBezTo>
                      <a:pt x="398649" y="2453039"/>
                      <a:pt x="401655" y="2459755"/>
                      <a:pt x="406427" y="2465124"/>
                    </a:cubicBezTo>
                    <a:cubicBezTo>
                      <a:pt x="417657" y="2477758"/>
                      <a:pt x="430978" y="2488418"/>
                      <a:pt x="442286" y="2500983"/>
                    </a:cubicBezTo>
                    <a:cubicBezTo>
                      <a:pt x="495480" y="2560087"/>
                      <a:pt x="406777" y="2479390"/>
                      <a:pt x="502050" y="2566724"/>
                    </a:cubicBezTo>
                    <a:cubicBezTo>
                      <a:pt x="511453" y="2575344"/>
                      <a:pt x="521421" y="2583403"/>
                      <a:pt x="531933" y="2590630"/>
                    </a:cubicBezTo>
                    <a:cubicBezTo>
                      <a:pt x="553337" y="2605345"/>
                      <a:pt x="579307" y="2614098"/>
                      <a:pt x="597674" y="2632465"/>
                    </a:cubicBezTo>
                    <a:cubicBezTo>
                      <a:pt x="622711" y="2657502"/>
                      <a:pt x="622181" y="2659660"/>
                      <a:pt x="663415" y="2680277"/>
                    </a:cubicBezTo>
                    <a:cubicBezTo>
                      <a:pt x="674684" y="2685912"/>
                      <a:pt x="687321" y="2688246"/>
                      <a:pt x="699274" y="2692230"/>
                    </a:cubicBezTo>
                    <a:cubicBezTo>
                      <a:pt x="709235" y="2700199"/>
                      <a:pt x="718117" y="2709745"/>
                      <a:pt x="729156" y="2716136"/>
                    </a:cubicBezTo>
                    <a:cubicBezTo>
                      <a:pt x="793578" y="2753433"/>
                      <a:pt x="795576" y="2752221"/>
                      <a:pt x="848686" y="2769924"/>
                    </a:cubicBezTo>
                    <a:cubicBezTo>
                      <a:pt x="896281" y="2805619"/>
                      <a:pt x="904871" y="2814549"/>
                      <a:pt x="986145" y="2841641"/>
                    </a:cubicBezTo>
                    <a:cubicBezTo>
                      <a:pt x="1004074" y="2847618"/>
                      <a:pt x="1022135" y="2853214"/>
                      <a:pt x="1039933" y="2859571"/>
                    </a:cubicBezTo>
                    <a:cubicBezTo>
                      <a:pt x="1101751" y="2881650"/>
                      <a:pt x="1034289" y="2862659"/>
                      <a:pt x="1123603" y="2889453"/>
                    </a:cubicBezTo>
                    <a:cubicBezTo>
                      <a:pt x="1165277" y="2901955"/>
                      <a:pt x="1207274" y="2913359"/>
                      <a:pt x="1249109" y="2925312"/>
                    </a:cubicBezTo>
                    <a:cubicBezTo>
                      <a:pt x="1263054" y="2929296"/>
                      <a:pt x="1276757" y="2934256"/>
                      <a:pt x="1290945" y="2937265"/>
                    </a:cubicBezTo>
                    <a:cubicBezTo>
                      <a:pt x="1356686" y="2951210"/>
                      <a:pt x="1423550" y="2960638"/>
                      <a:pt x="1488168" y="2979100"/>
                    </a:cubicBezTo>
                    <a:cubicBezTo>
                      <a:pt x="1502113" y="2983084"/>
                      <a:pt x="1515756" y="2988339"/>
                      <a:pt x="1530003" y="2991053"/>
                    </a:cubicBezTo>
                    <a:cubicBezTo>
                      <a:pt x="1557679" y="2996325"/>
                      <a:pt x="1585784" y="2999022"/>
                      <a:pt x="1613674" y="3003006"/>
                    </a:cubicBezTo>
                    <a:lnTo>
                      <a:pt x="1655509" y="3008983"/>
                    </a:lnTo>
                    <a:cubicBezTo>
                      <a:pt x="1669454" y="3010975"/>
                      <a:pt x="1683507" y="3012323"/>
                      <a:pt x="1697345" y="3014959"/>
                    </a:cubicBezTo>
                    <a:lnTo>
                      <a:pt x="1822850" y="3038865"/>
                    </a:lnTo>
                    <a:cubicBezTo>
                      <a:pt x="1854521" y="3044326"/>
                      <a:pt x="1881178" y="3044554"/>
                      <a:pt x="1912498" y="3050818"/>
                    </a:cubicBezTo>
                    <a:cubicBezTo>
                      <a:pt x="2031235" y="3074566"/>
                      <a:pt x="1869283" y="3051938"/>
                      <a:pt x="2043980" y="3074724"/>
                    </a:cubicBezTo>
                    <a:cubicBezTo>
                      <a:pt x="2117982" y="3084376"/>
                      <a:pt x="2091517" y="3078502"/>
                      <a:pt x="2181439" y="3086677"/>
                    </a:cubicBezTo>
                    <a:cubicBezTo>
                      <a:pt x="2202697" y="3088610"/>
                      <a:pt x="2248900" y="3095460"/>
                      <a:pt x="2271086" y="3098630"/>
                    </a:cubicBezTo>
                    <a:cubicBezTo>
                      <a:pt x="2368036" y="3097204"/>
                      <a:pt x="2639369" y="3098344"/>
                      <a:pt x="2791039" y="3086677"/>
                    </a:cubicBezTo>
                    <a:cubicBezTo>
                      <a:pt x="2805084" y="3085597"/>
                      <a:pt x="2818979" y="3083016"/>
                      <a:pt x="2832874" y="3080700"/>
                    </a:cubicBezTo>
                    <a:lnTo>
                      <a:pt x="2970333" y="3056794"/>
                    </a:lnTo>
                    <a:cubicBezTo>
                      <a:pt x="2990675" y="3053513"/>
                      <a:pt x="3053141" y="3047052"/>
                      <a:pt x="3071933" y="3044841"/>
                    </a:cubicBezTo>
                    <a:cubicBezTo>
                      <a:pt x="3087884" y="3042964"/>
                      <a:pt x="3103902" y="3041505"/>
                      <a:pt x="3119745" y="3038865"/>
                    </a:cubicBezTo>
                    <a:cubicBezTo>
                      <a:pt x="3151734" y="3033534"/>
                      <a:pt x="3183418" y="3026493"/>
                      <a:pt x="3215368" y="3020936"/>
                    </a:cubicBezTo>
                    <a:cubicBezTo>
                      <a:pt x="3229246" y="3018522"/>
                      <a:pt x="3243429" y="3017911"/>
                      <a:pt x="3257203" y="3014959"/>
                    </a:cubicBezTo>
                    <a:cubicBezTo>
                      <a:pt x="3367944" y="2991228"/>
                      <a:pt x="3230912" y="3012738"/>
                      <a:pt x="3340874" y="2997030"/>
                    </a:cubicBezTo>
                    <a:cubicBezTo>
                      <a:pt x="3366772" y="2989061"/>
                      <a:pt x="3392460" y="2980376"/>
                      <a:pt x="3418568" y="2973124"/>
                    </a:cubicBezTo>
                    <a:cubicBezTo>
                      <a:pt x="3485009" y="2954668"/>
                      <a:pt x="3405646" y="2986030"/>
                      <a:pt x="3496262" y="2949218"/>
                    </a:cubicBezTo>
                    <a:cubicBezTo>
                      <a:pt x="3544250" y="2929723"/>
                      <a:pt x="3596346" y="2917799"/>
                      <a:pt x="3639698" y="2889453"/>
                    </a:cubicBezTo>
                    <a:cubicBezTo>
                      <a:pt x="3733270" y="2828271"/>
                      <a:pt x="3911204" y="2714119"/>
                      <a:pt x="3992309" y="2650394"/>
                    </a:cubicBezTo>
                    <a:cubicBezTo>
                      <a:pt x="4075980" y="2584653"/>
                      <a:pt x="4168079" y="2528413"/>
                      <a:pt x="4243321" y="2453171"/>
                    </a:cubicBezTo>
                    <a:cubicBezTo>
                      <a:pt x="4409374" y="2287118"/>
                      <a:pt x="4256538" y="2449932"/>
                      <a:pt x="4380780" y="2291806"/>
                    </a:cubicBezTo>
                    <a:cubicBezTo>
                      <a:pt x="4405211" y="2260712"/>
                      <a:pt x="4435090" y="2234047"/>
                      <a:pt x="4458474" y="2202159"/>
                    </a:cubicBezTo>
                    <a:cubicBezTo>
                      <a:pt x="4500950" y="2144236"/>
                      <a:pt x="4538498" y="2082854"/>
                      <a:pt x="4578003" y="2022865"/>
                    </a:cubicBezTo>
                    <a:cubicBezTo>
                      <a:pt x="4625830" y="1950240"/>
                      <a:pt x="4632199" y="1938776"/>
                      <a:pt x="4673627" y="1849547"/>
                    </a:cubicBezTo>
                    <a:cubicBezTo>
                      <a:pt x="4682662" y="1830086"/>
                      <a:pt x="4690928" y="1810197"/>
                      <a:pt x="4697533" y="1789783"/>
                    </a:cubicBezTo>
                    <a:cubicBezTo>
                      <a:pt x="4712864" y="1742397"/>
                      <a:pt x="4725520" y="1694187"/>
                      <a:pt x="4739368" y="1646347"/>
                    </a:cubicBezTo>
                    <a:cubicBezTo>
                      <a:pt x="4747433" y="1618485"/>
                      <a:pt x="4763274" y="1562677"/>
                      <a:pt x="4763274" y="1562677"/>
                    </a:cubicBezTo>
                    <a:cubicBezTo>
                      <a:pt x="4765266" y="1542755"/>
                      <a:pt x="4766159" y="1522693"/>
                      <a:pt x="4769250" y="1502912"/>
                    </a:cubicBezTo>
                    <a:cubicBezTo>
                      <a:pt x="4776127" y="1458900"/>
                      <a:pt x="4790126" y="1415873"/>
                      <a:pt x="4793156" y="1371430"/>
                    </a:cubicBezTo>
                    <a:cubicBezTo>
                      <a:pt x="4796141" y="1327659"/>
                      <a:pt x="4791275" y="1283628"/>
                      <a:pt x="4787180" y="1239947"/>
                    </a:cubicBezTo>
                    <a:cubicBezTo>
                      <a:pt x="4784188" y="1208036"/>
                      <a:pt x="4772055" y="1161886"/>
                      <a:pt x="4757298" y="1132371"/>
                    </a:cubicBezTo>
                    <a:cubicBezTo>
                      <a:pt x="4746908" y="1111591"/>
                      <a:pt x="4734060" y="1092111"/>
                      <a:pt x="4721439" y="1072606"/>
                    </a:cubicBezTo>
                    <a:cubicBezTo>
                      <a:pt x="4712129" y="1058218"/>
                      <a:pt x="4702841" y="1043668"/>
                      <a:pt x="4691556" y="1030771"/>
                    </a:cubicBezTo>
                    <a:cubicBezTo>
                      <a:pt x="4659407" y="994030"/>
                      <a:pt x="4606796" y="949669"/>
                      <a:pt x="4572027" y="917218"/>
                    </a:cubicBezTo>
                    <a:cubicBezTo>
                      <a:pt x="4518464" y="867226"/>
                      <a:pt x="4562382" y="892695"/>
                      <a:pt x="4452498" y="821594"/>
                    </a:cubicBezTo>
                    <a:cubicBezTo>
                      <a:pt x="4389553" y="780865"/>
                      <a:pt x="4344402" y="756467"/>
                      <a:pt x="4291133" y="708041"/>
                    </a:cubicBezTo>
                    <a:cubicBezTo>
                      <a:pt x="4244217" y="665390"/>
                      <a:pt x="4203185" y="616168"/>
                      <a:pt x="4153674" y="576559"/>
                    </a:cubicBezTo>
                    <a:cubicBezTo>
                      <a:pt x="4123792" y="552653"/>
                      <a:pt x="4092989" y="529854"/>
                      <a:pt x="4064027" y="504841"/>
                    </a:cubicBezTo>
                    <a:cubicBezTo>
                      <a:pt x="3981141" y="433257"/>
                      <a:pt x="4050486" y="457251"/>
                      <a:pt x="3896686" y="373359"/>
                    </a:cubicBezTo>
                    <a:cubicBezTo>
                      <a:pt x="3739691" y="287725"/>
                      <a:pt x="3935874" y="392952"/>
                      <a:pt x="3741298" y="295665"/>
                    </a:cubicBezTo>
                    <a:cubicBezTo>
                      <a:pt x="3734873" y="292453"/>
                      <a:pt x="3729793" y="286924"/>
                      <a:pt x="3723368" y="283712"/>
                    </a:cubicBezTo>
                    <a:cubicBezTo>
                      <a:pt x="3659360" y="251709"/>
                      <a:pt x="3772428" y="318623"/>
                      <a:pt x="3675556" y="265783"/>
                    </a:cubicBezTo>
                    <a:cubicBezTo>
                      <a:pt x="3610966" y="230552"/>
                      <a:pt x="3663628" y="249854"/>
                      <a:pt x="3621768" y="235900"/>
                    </a:cubicBezTo>
                    <a:cubicBezTo>
                      <a:pt x="3594424" y="215393"/>
                      <a:pt x="3584426" y="206839"/>
                      <a:pt x="3550050" y="188088"/>
                    </a:cubicBezTo>
                    <a:cubicBezTo>
                      <a:pt x="3544520" y="185071"/>
                      <a:pt x="3537856" y="184719"/>
                      <a:pt x="3532121" y="182112"/>
                    </a:cubicBezTo>
                    <a:cubicBezTo>
                      <a:pt x="3515900" y="174739"/>
                      <a:pt x="3500246" y="166175"/>
                      <a:pt x="3484309" y="158206"/>
                    </a:cubicBezTo>
                    <a:cubicBezTo>
                      <a:pt x="3476340" y="154222"/>
                      <a:pt x="3469258" y="147237"/>
                      <a:pt x="3460403" y="146253"/>
                    </a:cubicBezTo>
                    <a:lnTo>
                      <a:pt x="3406615" y="140277"/>
                    </a:lnTo>
                    <a:cubicBezTo>
                      <a:pt x="3287810" y="104634"/>
                      <a:pt x="3395001" y="134057"/>
                      <a:pt x="3310992" y="116371"/>
                    </a:cubicBezTo>
                    <a:lnTo>
                      <a:pt x="3119745" y="74536"/>
                    </a:lnTo>
                    <a:cubicBezTo>
                      <a:pt x="3079911" y="54619"/>
                      <a:pt x="3109921" y="66474"/>
                      <a:pt x="3054003" y="56606"/>
                    </a:cubicBezTo>
                    <a:cubicBezTo>
                      <a:pt x="3033996" y="53075"/>
                      <a:pt x="3014104" y="48910"/>
                      <a:pt x="2994239" y="44653"/>
                    </a:cubicBezTo>
                    <a:cubicBezTo>
                      <a:pt x="2986207" y="42932"/>
                      <a:pt x="2978435" y="40027"/>
                      <a:pt x="2970333" y="38677"/>
                    </a:cubicBezTo>
                    <a:cubicBezTo>
                      <a:pt x="2954490" y="36037"/>
                      <a:pt x="2938458" y="34692"/>
                      <a:pt x="2922521" y="32700"/>
                    </a:cubicBezTo>
                    <a:cubicBezTo>
                      <a:pt x="2844827" y="34692"/>
                      <a:pt x="2767071" y="34980"/>
                      <a:pt x="2689439" y="38677"/>
                    </a:cubicBezTo>
                    <a:cubicBezTo>
                      <a:pt x="2683146" y="38977"/>
                      <a:pt x="2677621" y="43125"/>
                      <a:pt x="2671509" y="44653"/>
                    </a:cubicBezTo>
                    <a:cubicBezTo>
                      <a:pt x="2661654" y="47117"/>
                      <a:pt x="2651588" y="48638"/>
                      <a:pt x="2641627" y="50630"/>
                    </a:cubicBezTo>
                    <a:cubicBezTo>
                      <a:pt x="2491764" y="47632"/>
                      <a:pt x="2371204" y="48467"/>
                      <a:pt x="2229250" y="38677"/>
                    </a:cubicBezTo>
                    <a:cubicBezTo>
                      <a:pt x="2209277" y="37300"/>
                      <a:pt x="2189407" y="34692"/>
                      <a:pt x="2169486" y="32700"/>
                    </a:cubicBezTo>
                    <a:cubicBezTo>
                      <a:pt x="2139582" y="25225"/>
                      <a:pt x="2119719" y="19857"/>
                      <a:pt x="2085815" y="14771"/>
                    </a:cubicBezTo>
                    <a:cubicBezTo>
                      <a:pt x="2066015" y="11801"/>
                      <a:pt x="2045972" y="10786"/>
                      <a:pt x="2026050" y="8794"/>
                    </a:cubicBezTo>
                    <a:cubicBezTo>
                      <a:pt x="1964195" y="-6669"/>
                      <a:pt x="2006697" y="1495"/>
                      <a:pt x="1882615" y="8794"/>
                    </a:cubicBezTo>
                    <a:cubicBezTo>
                      <a:pt x="1737570" y="17326"/>
                      <a:pt x="1713282" y="3814"/>
                      <a:pt x="1679415" y="2818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Rectangle 41"/>
                  <p:cNvSpPr/>
                  <p:nvPr/>
                </p:nvSpPr>
                <p:spPr>
                  <a:xfrm>
                    <a:off x="5260117" y="3650233"/>
                    <a:ext cx="44037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2" name="Rectangle 4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60117" y="3650233"/>
                    <a:ext cx="440377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3" name="Oval 42"/>
              <p:cNvSpPr/>
              <p:nvPr/>
            </p:nvSpPr>
            <p:spPr>
              <a:xfrm>
                <a:off x="5392200" y="4375359"/>
                <a:ext cx="176212" cy="1902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5774287" y="5442859"/>
                <a:ext cx="176212" cy="1902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6732694" y="3775705"/>
                <a:ext cx="176212" cy="1902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63" name="Group 62"/>
              <p:cNvGrpSpPr/>
              <p:nvPr/>
            </p:nvGrpSpPr>
            <p:grpSpPr>
              <a:xfrm>
                <a:off x="6241770" y="4692305"/>
                <a:ext cx="543158" cy="360701"/>
                <a:chOff x="8744278" y="4534028"/>
                <a:chExt cx="543158" cy="360701"/>
              </a:xfrm>
            </p:grpSpPr>
            <p:sp>
              <p:nvSpPr>
                <p:cNvPr id="46" name="Oval 45"/>
                <p:cNvSpPr/>
                <p:nvPr/>
              </p:nvSpPr>
              <p:spPr>
                <a:xfrm>
                  <a:off x="8744278" y="4534028"/>
                  <a:ext cx="543158" cy="360701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Rectangle 46"/>
                    <p:cNvSpPr/>
                    <p:nvPr/>
                  </p:nvSpPr>
                  <p:spPr>
                    <a:xfrm>
                      <a:off x="8781546" y="4545277"/>
                      <a:ext cx="482120" cy="307777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14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400" b="0" i="1" dirty="0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oMath>
                        </m:oMathPara>
                      </a14:m>
                      <a:endParaRPr lang="en-US" sz="1400" dirty="0"/>
                    </a:p>
                  </p:txBody>
                </p:sp>
              </mc:Choice>
              <mc:Fallback xmlns="">
                <p:sp>
                  <p:nvSpPr>
                    <p:cNvPr id="47" name="Rectangle 4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81546" y="4545277"/>
                      <a:ext cx="482120" cy="307777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2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48" name="Straight Arrow Connector 47"/>
              <p:cNvCxnSpPr>
                <a:endCxn id="43" idx="2"/>
              </p:cNvCxnSpPr>
              <p:nvPr/>
            </p:nvCxnSpPr>
            <p:spPr>
              <a:xfrm>
                <a:off x="5103906" y="4375359"/>
                <a:ext cx="288294" cy="9510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4" name="Group 83"/>
            <p:cNvGrpSpPr/>
            <p:nvPr/>
          </p:nvGrpSpPr>
          <p:grpSpPr>
            <a:xfrm>
              <a:off x="2191372" y="3680227"/>
              <a:ext cx="2416986" cy="2558905"/>
              <a:chOff x="2191372" y="3680227"/>
              <a:chExt cx="2416986" cy="2558905"/>
            </a:xfrm>
          </p:grpSpPr>
          <p:sp>
            <p:nvSpPr>
              <p:cNvPr id="60" name="Double Brace 59"/>
              <p:cNvSpPr/>
              <p:nvPr/>
            </p:nvSpPr>
            <p:spPr>
              <a:xfrm>
                <a:off x="2191372" y="3680227"/>
                <a:ext cx="2049283" cy="2558905"/>
              </a:xfrm>
              <a:custGeom>
                <a:avLst/>
                <a:gdLst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09 w 878542"/>
                  <a:gd name="connsiteY4" fmla="*/ 601148 h 1348714"/>
                  <a:gd name="connsiteX5" fmla="*/ 73209 w 878542"/>
                  <a:gd name="connsiteY5" fmla="*/ 73209 h 1348714"/>
                  <a:gd name="connsiteX6" fmla="*/ 146418 w 878542"/>
                  <a:gd name="connsiteY6" fmla="*/ 0 h 1348714"/>
                  <a:gd name="connsiteX7" fmla="*/ 732124 w 878542"/>
                  <a:gd name="connsiteY7" fmla="*/ 0 h 1348714"/>
                  <a:gd name="connsiteX8" fmla="*/ 805333 w 878542"/>
                  <a:gd name="connsiteY8" fmla="*/ 73209 h 1348714"/>
                  <a:gd name="connsiteX9" fmla="*/ 805333 w 878542"/>
                  <a:gd name="connsiteY9" fmla="*/ 601148 h 1348714"/>
                  <a:gd name="connsiteX10" fmla="*/ 878542 w 878542"/>
                  <a:gd name="connsiteY10" fmla="*/ 674357 h 1348714"/>
                  <a:gd name="connsiteX11" fmla="*/ 805333 w 878542"/>
                  <a:gd name="connsiteY11" fmla="*/ 747566 h 1348714"/>
                  <a:gd name="connsiteX12" fmla="*/ 805333 w 878542"/>
                  <a:gd name="connsiteY12" fmla="*/ 1275505 h 1348714"/>
                  <a:gd name="connsiteX13" fmla="*/ 732124 w 878542"/>
                  <a:gd name="connsiteY13" fmla="*/ 1348714 h 1348714"/>
                  <a:gd name="connsiteX14" fmla="*/ 146418 w 878542"/>
                  <a:gd name="connsiteY14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09 w 878542"/>
                  <a:gd name="connsiteY4" fmla="*/ 601148 h 1348714"/>
                  <a:gd name="connsiteX5" fmla="*/ 73209 w 878542"/>
                  <a:gd name="connsiteY5" fmla="*/ 73209 h 1348714"/>
                  <a:gd name="connsiteX6" fmla="*/ 146418 w 878542"/>
                  <a:gd name="connsiteY6" fmla="*/ 0 h 1348714"/>
                  <a:gd name="connsiteX7" fmla="*/ 732124 w 878542"/>
                  <a:gd name="connsiteY7" fmla="*/ 0 h 1348714"/>
                  <a:gd name="connsiteX8" fmla="*/ 805333 w 878542"/>
                  <a:gd name="connsiteY8" fmla="*/ 73209 h 1348714"/>
                  <a:gd name="connsiteX9" fmla="*/ 805333 w 878542"/>
                  <a:gd name="connsiteY9" fmla="*/ 601148 h 1348714"/>
                  <a:gd name="connsiteX10" fmla="*/ 878542 w 878542"/>
                  <a:gd name="connsiteY10" fmla="*/ 674357 h 1348714"/>
                  <a:gd name="connsiteX11" fmla="*/ 805333 w 878542"/>
                  <a:gd name="connsiteY11" fmla="*/ 747566 h 1348714"/>
                  <a:gd name="connsiteX12" fmla="*/ 805333 w 878542"/>
                  <a:gd name="connsiteY12" fmla="*/ 1275505 h 1348714"/>
                  <a:gd name="connsiteX13" fmla="*/ 732124 w 878542"/>
                  <a:gd name="connsiteY13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09 w 878542"/>
                  <a:gd name="connsiteY4" fmla="*/ 601148 h 1348714"/>
                  <a:gd name="connsiteX5" fmla="*/ 73209 w 878542"/>
                  <a:gd name="connsiteY5" fmla="*/ 73209 h 1348714"/>
                  <a:gd name="connsiteX6" fmla="*/ 146418 w 878542"/>
                  <a:gd name="connsiteY6" fmla="*/ 0 h 1348714"/>
                  <a:gd name="connsiteX7" fmla="*/ 732124 w 878542"/>
                  <a:gd name="connsiteY7" fmla="*/ 0 h 1348714"/>
                  <a:gd name="connsiteX8" fmla="*/ 805333 w 878542"/>
                  <a:gd name="connsiteY8" fmla="*/ 73209 h 1348714"/>
                  <a:gd name="connsiteX9" fmla="*/ 805333 w 878542"/>
                  <a:gd name="connsiteY9" fmla="*/ 601148 h 1348714"/>
                  <a:gd name="connsiteX10" fmla="*/ 878542 w 878542"/>
                  <a:gd name="connsiteY10" fmla="*/ 674357 h 1348714"/>
                  <a:gd name="connsiteX11" fmla="*/ 805333 w 878542"/>
                  <a:gd name="connsiteY11" fmla="*/ 747566 h 1348714"/>
                  <a:gd name="connsiteX12" fmla="*/ 805333 w 878542"/>
                  <a:gd name="connsiteY12" fmla="*/ 1275505 h 1348714"/>
                  <a:gd name="connsiteX13" fmla="*/ 732124 w 878542"/>
                  <a:gd name="connsiteY13" fmla="*/ 1348714 h 1348714"/>
                  <a:gd name="connsiteX14" fmla="*/ 146418 w 878542"/>
                  <a:gd name="connsiteY14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09 w 878542"/>
                  <a:gd name="connsiteY4" fmla="*/ 601148 h 1348714"/>
                  <a:gd name="connsiteX5" fmla="*/ 73209 w 878542"/>
                  <a:gd name="connsiteY5" fmla="*/ 73209 h 1348714"/>
                  <a:gd name="connsiteX6" fmla="*/ 732124 w 878542"/>
                  <a:gd name="connsiteY6" fmla="*/ 0 h 1348714"/>
                  <a:gd name="connsiteX7" fmla="*/ 805333 w 878542"/>
                  <a:gd name="connsiteY7" fmla="*/ 73209 h 1348714"/>
                  <a:gd name="connsiteX8" fmla="*/ 805333 w 878542"/>
                  <a:gd name="connsiteY8" fmla="*/ 601148 h 1348714"/>
                  <a:gd name="connsiteX9" fmla="*/ 878542 w 878542"/>
                  <a:gd name="connsiteY9" fmla="*/ 674357 h 1348714"/>
                  <a:gd name="connsiteX10" fmla="*/ 805333 w 878542"/>
                  <a:gd name="connsiteY10" fmla="*/ 747566 h 1348714"/>
                  <a:gd name="connsiteX11" fmla="*/ 805333 w 878542"/>
                  <a:gd name="connsiteY11" fmla="*/ 1275505 h 1348714"/>
                  <a:gd name="connsiteX12" fmla="*/ 732124 w 878542"/>
                  <a:gd name="connsiteY12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09 w 878542"/>
                  <a:gd name="connsiteY4" fmla="*/ 601148 h 1348714"/>
                  <a:gd name="connsiteX5" fmla="*/ 73209 w 878542"/>
                  <a:gd name="connsiteY5" fmla="*/ 73209 h 1348714"/>
                  <a:gd name="connsiteX6" fmla="*/ 146418 w 878542"/>
                  <a:gd name="connsiteY6" fmla="*/ 0 h 1348714"/>
                  <a:gd name="connsiteX7" fmla="*/ 732124 w 878542"/>
                  <a:gd name="connsiteY7" fmla="*/ 0 h 1348714"/>
                  <a:gd name="connsiteX8" fmla="*/ 805333 w 878542"/>
                  <a:gd name="connsiteY8" fmla="*/ 73209 h 1348714"/>
                  <a:gd name="connsiteX9" fmla="*/ 805333 w 878542"/>
                  <a:gd name="connsiteY9" fmla="*/ 601148 h 1348714"/>
                  <a:gd name="connsiteX10" fmla="*/ 878542 w 878542"/>
                  <a:gd name="connsiteY10" fmla="*/ 674357 h 1348714"/>
                  <a:gd name="connsiteX11" fmla="*/ 805333 w 878542"/>
                  <a:gd name="connsiteY11" fmla="*/ 747566 h 1348714"/>
                  <a:gd name="connsiteX12" fmla="*/ 805333 w 878542"/>
                  <a:gd name="connsiteY12" fmla="*/ 1275505 h 1348714"/>
                  <a:gd name="connsiteX13" fmla="*/ 732124 w 878542"/>
                  <a:gd name="connsiteY13" fmla="*/ 1348714 h 1348714"/>
                  <a:gd name="connsiteX14" fmla="*/ 146418 w 878542"/>
                  <a:gd name="connsiteY14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09 w 878542"/>
                  <a:gd name="connsiteY4" fmla="*/ 601148 h 1348714"/>
                  <a:gd name="connsiteX5" fmla="*/ 732124 w 878542"/>
                  <a:gd name="connsiteY5" fmla="*/ 0 h 1348714"/>
                  <a:gd name="connsiteX6" fmla="*/ 805333 w 878542"/>
                  <a:gd name="connsiteY6" fmla="*/ 73209 h 1348714"/>
                  <a:gd name="connsiteX7" fmla="*/ 805333 w 878542"/>
                  <a:gd name="connsiteY7" fmla="*/ 601148 h 1348714"/>
                  <a:gd name="connsiteX8" fmla="*/ 878542 w 878542"/>
                  <a:gd name="connsiteY8" fmla="*/ 674357 h 1348714"/>
                  <a:gd name="connsiteX9" fmla="*/ 805333 w 878542"/>
                  <a:gd name="connsiteY9" fmla="*/ 747566 h 1348714"/>
                  <a:gd name="connsiteX10" fmla="*/ 805333 w 878542"/>
                  <a:gd name="connsiteY10" fmla="*/ 1275505 h 1348714"/>
                  <a:gd name="connsiteX11" fmla="*/ 732124 w 878542"/>
                  <a:gd name="connsiteY11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09 w 878542"/>
                  <a:gd name="connsiteY4" fmla="*/ 601148 h 1348714"/>
                  <a:gd name="connsiteX5" fmla="*/ 73209 w 878542"/>
                  <a:gd name="connsiteY5" fmla="*/ 73209 h 1348714"/>
                  <a:gd name="connsiteX6" fmla="*/ 146418 w 878542"/>
                  <a:gd name="connsiteY6" fmla="*/ 0 h 1348714"/>
                  <a:gd name="connsiteX7" fmla="*/ 732124 w 878542"/>
                  <a:gd name="connsiteY7" fmla="*/ 0 h 1348714"/>
                  <a:gd name="connsiteX8" fmla="*/ 805333 w 878542"/>
                  <a:gd name="connsiteY8" fmla="*/ 73209 h 1348714"/>
                  <a:gd name="connsiteX9" fmla="*/ 805333 w 878542"/>
                  <a:gd name="connsiteY9" fmla="*/ 601148 h 1348714"/>
                  <a:gd name="connsiteX10" fmla="*/ 878542 w 878542"/>
                  <a:gd name="connsiteY10" fmla="*/ 674357 h 1348714"/>
                  <a:gd name="connsiteX11" fmla="*/ 805333 w 878542"/>
                  <a:gd name="connsiteY11" fmla="*/ 747566 h 1348714"/>
                  <a:gd name="connsiteX12" fmla="*/ 805333 w 878542"/>
                  <a:gd name="connsiteY12" fmla="*/ 1275505 h 1348714"/>
                  <a:gd name="connsiteX13" fmla="*/ 732124 w 878542"/>
                  <a:gd name="connsiteY13" fmla="*/ 1348714 h 1348714"/>
                  <a:gd name="connsiteX14" fmla="*/ 146418 w 878542"/>
                  <a:gd name="connsiteY14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124 w 878542"/>
                  <a:gd name="connsiteY4" fmla="*/ 0 h 1348714"/>
                  <a:gd name="connsiteX5" fmla="*/ 805333 w 878542"/>
                  <a:gd name="connsiteY5" fmla="*/ 73209 h 1348714"/>
                  <a:gd name="connsiteX6" fmla="*/ 805333 w 878542"/>
                  <a:gd name="connsiteY6" fmla="*/ 601148 h 1348714"/>
                  <a:gd name="connsiteX7" fmla="*/ 878542 w 878542"/>
                  <a:gd name="connsiteY7" fmla="*/ 674357 h 1348714"/>
                  <a:gd name="connsiteX8" fmla="*/ 805333 w 878542"/>
                  <a:gd name="connsiteY8" fmla="*/ 747566 h 1348714"/>
                  <a:gd name="connsiteX9" fmla="*/ 805333 w 878542"/>
                  <a:gd name="connsiteY9" fmla="*/ 1275505 h 1348714"/>
                  <a:gd name="connsiteX10" fmla="*/ 732124 w 878542"/>
                  <a:gd name="connsiteY10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09 w 878542"/>
                  <a:gd name="connsiteY4" fmla="*/ 601148 h 1348714"/>
                  <a:gd name="connsiteX5" fmla="*/ 73209 w 878542"/>
                  <a:gd name="connsiteY5" fmla="*/ 73209 h 1348714"/>
                  <a:gd name="connsiteX6" fmla="*/ 146418 w 878542"/>
                  <a:gd name="connsiteY6" fmla="*/ 0 h 1348714"/>
                  <a:gd name="connsiteX7" fmla="*/ 732124 w 878542"/>
                  <a:gd name="connsiteY7" fmla="*/ 0 h 1348714"/>
                  <a:gd name="connsiteX8" fmla="*/ 805333 w 878542"/>
                  <a:gd name="connsiteY8" fmla="*/ 73209 h 1348714"/>
                  <a:gd name="connsiteX9" fmla="*/ 805333 w 878542"/>
                  <a:gd name="connsiteY9" fmla="*/ 601148 h 1348714"/>
                  <a:gd name="connsiteX10" fmla="*/ 878542 w 878542"/>
                  <a:gd name="connsiteY10" fmla="*/ 674357 h 1348714"/>
                  <a:gd name="connsiteX11" fmla="*/ 805333 w 878542"/>
                  <a:gd name="connsiteY11" fmla="*/ 747566 h 1348714"/>
                  <a:gd name="connsiteX12" fmla="*/ 805333 w 878542"/>
                  <a:gd name="connsiteY12" fmla="*/ 1275505 h 1348714"/>
                  <a:gd name="connsiteX13" fmla="*/ 732124 w 878542"/>
                  <a:gd name="connsiteY13" fmla="*/ 1348714 h 1348714"/>
                  <a:gd name="connsiteX14" fmla="*/ 146418 w 878542"/>
                  <a:gd name="connsiteY14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0 w 878542"/>
                  <a:gd name="connsiteY2" fmla="*/ 674357 h 1348714"/>
                  <a:gd name="connsiteX3" fmla="*/ 732124 w 878542"/>
                  <a:gd name="connsiteY3" fmla="*/ 0 h 1348714"/>
                  <a:gd name="connsiteX4" fmla="*/ 805333 w 878542"/>
                  <a:gd name="connsiteY4" fmla="*/ 73209 h 1348714"/>
                  <a:gd name="connsiteX5" fmla="*/ 805333 w 878542"/>
                  <a:gd name="connsiteY5" fmla="*/ 601148 h 1348714"/>
                  <a:gd name="connsiteX6" fmla="*/ 878542 w 878542"/>
                  <a:gd name="connsiteY6" fmla="*/ 674357 h 1348714"/>
                  <a:gd name="connsiteX7" fmla="*/ 805333 w 878542"/>
                  <a:gd name="connsiteY7" fmla="*/ 747566 h 1348714"/>
                  <a:gd name="connsiteX8" fmla="*/ 805333 w 878542"/>
                  <a:gd name="connsiteY8" fmla="*/ 1275505 h 1348714"/>
                  <a:gd name="connsiteX9" fmla="*/ 732124 w 878542"/>
                  <a:gd name="connsiteY9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09 w 878542"/>
                  <a:gd name="connsiteY4" fmla="*/ 601148 h 1348714"/>
                  <a:gd name="connsiteX5" fmla="*/ 73209 w 878542"/>
                  <a:gd name="connsiteY5" fmla="*/ 73209 h 1348714"/>
                  <a:gd name="connsiteX6" fmla="*/ 146418 w 878542"/>
                  <a:gd name="connsiteY6" fmla="*/ 0 h 1348714"/>
                  <a:gd name="connsiteX7" fmla="*/ 732124 w 878542"/>
                  <a:gd name="connsiteY7" fmla="*/ 0 h 1348714"/>
                  <a:gd name="connsiteX8" fmla="*/ 805333 w 878542"/>
                  <a:gd name="connsiteY8" fmla="*/ 73209 h 1348714"/>
                  <a:gd name="connsiteX9" fmla="*/ 805333 w 878542"/>
                  <a:gd name="connsiteY9" fmla="*/ 601148 h 1348714"/>
                  <a:gd name="connsiteX10" fmla="*/ 878542 w 878542"/>
                  <a:gd name="connsiteY10" fmla="*/ 674357 h 1348714"/>
                  <a:gd name="connsiteX11" fmla="*/ 805333 w 878542"/>
                  <a:gd name="connsiteY11" fmla="*/ 747566 h 1348714"/>
                  <a:gd name="connsiteX12" fmla="*/ 805333 w 878542"/>
                  <a:gd name="connsiteY12" fmla="*/ 1275505 h 1348714"/>
                  <a:gd name="connsiteX13" fmla="*/ 732124 w 878542"/>
                  <a:gd name="connsiteY13" fmla="*/ 1348714 h 1348714"/>
                  <a:gd name="connsiteX14" fmla="*/ 146418 w 878542"/>
                  <a:gd name="connsiteY14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124 w 878542"/>
                  <a:gd name="connsiteY2" fmla="*/ 0 h 1348714"/>
                  <a:gd name="connsiteX3" fmla="*/ 805333 w 878542"/>
                  <a:gd name="connsiteY3" fmla="*/ 73209 h 1348714"/>
                  <a:gd name="connsiteX4" fmla="*/ 805333 w 878542"/>
                  <a:gd name="connsiteY4" fmla="*/ 601148 h 1348714"/>
                  <a:gd name="connsiteX5" fmla="*/ 878542 w 878542"/>
                  <a:gd name="connsiteY5" fmla="*/ 674357 h 1348714"/>
                  <a:gd name="connsiteX6" fmla="*/ 805333 w 878542"/>
                  <a:gd name="connsiteY6" fmla="*/ 747566 h 1348714"/>
                  <a:gd name="connsiteX7" fmla="*/ 805333 w 878542"/>
                  <a:gd name="connsiteY7" fmla="*/ 1275505 h 1348714"/>
                  <a:gd name="connsiteX8" fmla="*/ 732124 w 878542"/>
                  <a:gd name="connsiteY8" fmla="*/ 1348714 h 1348714"/>
                  <a:gd name="connsiteX0" fmla="*/ 146418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09 w 878542"/>
                  <a:gd name="connsiteY4" fmla="*/ 601148 h 1348714"/>
                  <a:gd name="connsiteX5" fmla="*/ 73209 w 878542"/>
                  <a:gd name="connsiteY5" fmla="*/ 73209 h 1348714"/>
                  <a:gd name="connsiteX6" fmla="*/ 146418 w 878542"/>
                  <a:gd name="connsiteY6" fmla="*/ 0 h 1348714"/>
                  <a:gd name="connsiteX7" fmla="*/ 732124 w 878542"/>
                  <a:gd name="connsiteY7" fmla="*/ 0 h 1348714"/>
                  <a:gd name="connsiteX8" fmla="*/ 805333 w 878542"/>
                  <a:gd name="connsiteY8" fmla="*/ 73209 h 1348714"/>
                  <a:gd name="connsiteX9" fmla="*/ 805333 w 878542"/>
                  <a:gd name="connsiteY9" fmla="*/ 601148 h 1348714"/>
                  <a:gd name="connsiteX10" fmla="*/ 878542 w 878542"/>
                  <a:gd name="connsiteY10" fmla="*/ 674357 h 1348714"/>
                  <a:gd name="connsiteX11" fmla="*/ 805333 w 878542"/>
                  <a:gd name="connsiteY11" fmla="*/ 747566 h 1348714"/>
                  <a:gd name="connsiteX12" fmla="*/ 805333 w 878542"/>
                  <a:gd name="connsiteY12" fmla="*/ 1275505 h 1348714"/>
                  <a:gd name="connsiteX13" fmla="*/ 732124 w 878542"/>
                  <a:gd name="connsiteY13" fmla="*/ 1348714 h 1348714"/>
                  <a:gd name="connsiteX14" fmla="*/ 146418 w 878542"/>
                  <a:gd name="connsiteY14" fmla="*/ 1348714 h 1348714"/>
                  <a:gd name="connsiteX0" fmla="*/ 732124 w 878542"/>
                  <a:gd name="connsiteY0" fmla="*/ 0 h 1348714"/>
                  <a:gd name="connsiteX1" fmla="*/ 805333 w 878542"/>
                  <a:gd name="connsiteY1" fmla="*/ 73209 h 1348714"/>
                  <a:gd name="connsiteX2" fmla="*/ 805333 w 878542"/>
                  <a:gd name="connsiteY2" fmla="*/ 601148 h 1348714"/>
                  <a:gd name="connsiteX3" fmla="*/ 878542 w 878542"/>
                  <a:gd name="connsiteY3" fmla="*/ 674357 h 1348714"/>
                  <a:gd name="connsiteX4" fmla="*/ 805333 w 878542"/>
                  <a:gd name="connsiteY4" fmla="*/ 747566 h 1348714"/>
                  <a:gd name="connsiteX5" fmla="*/ 805333 w 878542"/>
                  <a:gd name="connsiteY5" fmla="*/ 1275505 h 1348714"/>
                  <a:gd name="connsiteX6" fmla="*/ 732124 w 878542"/>
                  <a:gd name="connsiteY6" fmla="*/ 1348714 h 1348714"/>
                  <a:gd name="connsiteX0" fmla="*/ 732124 w 878542"/>
                  <a:gd name="connsiteY0" fmla="*/ 1348714 h 1348714"/>
                  <a:gd name="connsiteX1" fmla="*/ 73209 w 878542"/>
                  <a:gd name="connsiteY1" fmla="*/ 1275505 h 1348714"/>
                  <a:gd name="connsiteX2" fmla="*/ 73209 w 878542"/>
                  <a:gd name="connsiteY2" fmla="*/ 747566 h 1348714"/>
                  <a:gd name="connsiteX3" fmla="*/ 0 w 878542"/>
                  <a:gd name="connsiteY3" fmla="*/ 674357 h 1348714"/>
                  <a:gd name="connsiteX4" fmla="*/ 73209 w 878542"/>
                  <a:gd name="connsiteY4" fmla="*/ 601148 h 1348714"/>
                  <a:gd name="connsiteX5" fmla="*/ 73209 w 878542"/>
                  <a:gd name="connsiteY5" fmla="*/ 73209 h 1348714"/>
                  <a:gd name="connsiteX6" fmla="*/ 146418 w 878542"/>
                  <a:gd name="connsiteY6" fmla="*/ 0 h 1348714"/>
                  <a:gd name="connsiteX7" fmla="*/ 732124 w 878542"/>
                  <a:gd name="connsiteY7" fmla="*/ 0 h 1348714"/>
                  <a:gd name="connsiteX8" fmla="*/ 805333 w 878542"/>
                  <a:gd name="connsiteY8" fmla="*/ 73209 h 1348714"/>
                  <a:gd name="connsiteX9" fmla="*/ 805333 w 878542"/>
                  <a:gd name="connsiteY9" fmla="*/ 601148 h 1348714"/>
                  <a:gd name="connsiteX10" fmla="*/ 878542 w 878542"/>
                  <a:gd name="connsiteY10" fmla="*/ 674357 h 1348714"/>
                  <a:gd name="connsiteX11" fmla="*/ 805333 w 878542"/>
                  <a:gd name="connsiteY11" fmla="*/ 747566 h 1348714"/>
                  <a:gd name="connsiteX12" fmla="*/ 805333 w 878542"/>
                  <a:gd name="connsiteY12" fmla="*/ 1275505 h 1348714"/>
                  <a:gd name="connsiteX13" fmla="*/ 732124 w 878542"/>
                  <a:gd name="connsiteY13" fmla="*/ 1348714 h 1348714"/>
                  <a:gd name="connsiteX0" fmla="*/ 732124 w 878542"/>
                  <a:gd name="connsiteY0" fmla="*/ 0 h 1348714"/>
                  <a:gd name="connsiteX1" fmla="*/ 805333 w 878542"/>
                  <a:gd name="connsiteY1" fmla="*/ 73209 h 1348714"/>
                  <a:gd name="connsiteX2" fmla="*/ 805333 w 878542"/>
                  <a:gd name="connsiteY2" fmla="*/ 601148 h 1348714"/>
                  <a:gd name="connsiteX3" fmla="*/ 878542 w 878542"/>
                  <a:gd name="connsiteY3" fmla="*/ 674357 h 1348714"/>
                  <a:gd name="connsiteX4" fmla="*/ 805333 w 878542"/>
                  <a:gd name="connsiteY4" fmla="*/ 747566 h 1348714"/>
                  <a:gd name="connsiteX5" fmla="*/ 805333 w 878542"/>
                  <a:gd name="connsiteY5" fmla="*/ 1275505 h 1348714"/>
                  <a:gd name="connsiteX6" fmla="*/ 732124 w 878542"/>
                  <a:gd name="connsiteY6" fmla="*/ 1348714 h 1348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78542" h="1348714" stroke="0" extrusionOk="0">
                    <a:moveTo>
                      <a:pt x="732124" y="1348714"/>
                    </a:moveTo>
                    <a:lnTo>
                      <a:pt x="73209" y="1275505"/>
                    </a:lnTo>
                    <a:lnTo>
                      <a:pt x="73209" y="747566"/>
                    </a:lnTo>
                    <a:cubicBezTo>
                      <a:pt x="73209" y="707134"/>
                      <a:pt x="40432" y="674357"/>
                      <a:pt x="0" y="674357"/>
                    </a:cubicBezTo>
                    <a:cubicBezTo>
                      <a:pt x="40432" y="674357"/>
                      <a:pt x="73209" y="641580"/>
                      <a:pt x="73209" y="601148"/>
                    </a:cubicBezTo>
                    <a:lnTo>
                      <a:pt x="73209" y="73209"/>
                    </a:lnTo>
                    <a:cubicBezTo>
                      <a:pt x="73209" y="32777"/>
                      <a:pt x="105986" y="0"/>
                      <a:pt x="146418" y="0"/>
                    </a:cubicBezTo>
                    <a:lnTo>
                      <a:pt x="732124" y="0"/>
                    </a:lnTo>
                    <a:cubicBezTo>
                      <a:pt x="772556" y="0"/>
                      <a:pt x="805333" y="32777"/>
                      <a:pt x="805333" y="73209"/>
                    </a:cubicBezTo>
                    <a:lnTo>
                      <a:pt x="805333" y="601148"/>
                    </a:lnTo>
                    <a:cubicBezTo>
                      <a:pt x="805333" y="641580"/>
                      <a:pt x="838110" y="674357"/>
                      <a:pt x="878542" y="674357"/>
                    </a:cubicBezTo>
                    <a:cubicBezTo>
                      <a:pt x="838110" y="674357"/>
                      <a:pt x="805333" y="707134"/>
                      <a:pt x="805333" y="747566"/>
                    </a:cubicBezTo>
                    <a:lnTo>
                      <a:pt x="805333" y="1275505"/>
                    </a:lnTo>
                    <a:cubicBezTo>
                      <a:pt x="805333" y="1315937"/>
                      <a:pt x="772556" y="1348714"/>
                      <a:pt x="732124" y="1348714"/>
                    </a:cubicBezTo>
                    <a:close/>
                  </a:path>
                  <a:path w="878542" h="1348714" fill="none">
                    <a:moveTo>
                      <a:pt x="732124" y="0"/>
                    </a:moveTo>
                    <a:cubicBezTo>
                      <a:pt x="772556" y="0"/>
                      <a:pt x="805333" y="32777"/>
                      <a:pt x="805333" y="73209"/>
                    </a:cubicBezTo>
                    <a:lnTo>
                      <a:pt x="805333" y="601148"/>
                    </a:lnTo>
                    <a:cubicBezTo>
                      <a:pt x="805333" y="641580"/>
                      <a:pt x="838110" y="674357"/>
                      <a:pt x="878542" y="674357"/>
                    </a:cubicBezTo>
                    <a:cubicBezTo>
                      <a:pt x="838110" y="674357"/>
                      <a:pt x="805333" y="707134"/>
                      <a:pt x="805333" y="747566"/>
                    </a:cubicBezTo>
                    <a:lnTo>
                      <a:pt x="805333" y="1275505"/>
                    </a:lnTo>
                    <a:cubicBezTo>
                      <a:pt x="805333" y="1315937"/>
                      <a:pt x="772556" y="1348714"/>
                      <a:pt x="732124" y="1348714"/>
                    </a:cubicBezTo>
                  </a:path>
                </a:pathLst>
              </a:custGeom>
              <a:ln w="34925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Arrow Connector 60"/>
              <p:cNvCxnSpPr/>
              <p:nvPr/>
            </p:nvCxnSpPr>
            <p:spPr>
              <a:xfrm>
                <a:off x="4346641" y="4959679"/>
                <a:ext cx="261717" cy="0"/>
              </a:xfrm>
              <a:prstGeom prst="straightConnector1">
                <a:avLst/>
              </a:prstGeom>
              <a:ln w="34925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7789059" y="3264175"/>
                <a:ext cx="4134886" cy="32405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>
                    <a:latin typeface="+mj-lt"/>
                  </a:rPr>
                  <a:t> Components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2400" b="1" i="0" dirty="0">
                    <a:latin typeface="+mj-lt"/>
                  </a:rPr>
                  <a:t>: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br>
                  <a:rPr lang="en-US" sz="2000" b="0" i="1" dirty="0">
                    <a:latin typeface="Cambria Math" panose="02040503050406030204" pitchFamily="18" charset="0"/>
                  </a:rPr>
                </a:br>
                <a:r>
                  <a:rPr lang="en-US" sz="2000" b="0" i="1" dirty="0">
                    <a:latin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0" i="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b="1" i="0" dirty="0">
                    <a:latin typeface="+mj-lt"/>
                  </a:rPr>
                  <a:t>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latin typeface="+mj-lt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</m:oMath>
                </a14:m>
                <a:endParaRPr lang="en-US" sz="2000" dirty="0">
                  <a:latin typeface="+mj-lt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>
                  <a:latin typeface="+mj-lt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059" y="3264175"/>
                <a:ext cx="4134886" cy="3240502"/>
              </a:xfrm>
              <a:prstGeom prst="rect">
                <a:avLst/>
              </a:prstGeom>
              <a:blipFill>
                <a:blip r:embed="rId10"/>
                <a:stretch>
                  <a:fillRect l="-737" t="-1504" r="-295" b="-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Group 71"/>
          <p:cNvGrpSpPr/>
          <p:nvPr/>
        </p:nvGrpSpPr>
        <p:grpSpPr>
          <a:xfrm>
            <a:off x="8576087" y="5555274"/>
            <a:ext cx="3528761" cy="523220"/>
            <a:chOff x="9022938" y="5973363"/>
            <a:chExt cx="3528761" cy="523220"/>
          </a:xfrm>
        </p:grpSpPr>
        <p:sp>
          <p:nvSpPr>
            <p:cNvPr id="69" name="Rectangle 68"/>
            <p:cNvSpPr/>
            <p:nvPr/>
          </p:nvSpPr>
          <p:spPr>
            <a:xfrm>
              <a:off x="9716949" y="5973363"/>
              <a:ext cx="283475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libri Light" panose="020F0302020204030204"/>
                </a:rPr>
                <a:t>NO!  </a:t>
              </a:r>
              <a:r>
                <a:rPr lang="en-U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alibri Light" panose="020F0302020204030204"/>
                </a:rPr>
                <a:t>[gives intersection]</a:t>
              </a:r>
              <a:endPara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cxnSp>
          <p:nvCxnSpPr>
            <p:cNvPr id="71" name="Straight Connector 70"/>
            <p:cNvCxnSpPr/>
            <p:nvPr/>
          </p:nvCxnSpPr>
          <p:spPr>
            <a:xfrm flipV="1">
              <a:off x="9022938" y="6198786"/>
              <a:ext cx="543060" cy="19838"/>
            </a:xfrm>
            <a:prstGeom prst="line">
              <a:avLst/>
            </a:prstGeom>
            <a:ln w="57150">
              <a:solidFill>
                <a:schemeClr val="accent1">
                  <a:lumMod val="60000"/>
                  <a:lumOff val="4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Rectangle 85"/>
          <p:cNvSpPr/>
          <p:nvPr/>
        </p:nvSpPr>
        <p:spPr>
          <a:xfrm>
            <a:off x="10877788" y="6379695"/>
            <a:ext cx="1252266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C000"/>
                </a:solidFill>
              </a:rPr>
              <a:t>Check-in  1.1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7051" y="3795083"/>
            <a:ext cx="728583" cy="424217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1808726" y="5776581"/>
            <a:ext cx="728583" cy="424217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780617" y="4141722"/>
            <a:ext cx="779381" cy="16312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sz="10000" dirty="0"/>
              <a:t>?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217840" y="3192391"/>
            <a:ext cx="7791104" cy="3665609"/>
            <a:chOff x="20676" y="3192391"/>
            <a:chExt cx="7791104" cy="3665609"/>
          </a:xfrm>
        </p:grpSpPr>
        <p:grpSp>
          <p:nvGrpSpPr>
            <p:cNvPr id="64" name="Group 63"/>
            <p:cNvGrpSpPr/>
            <p:nvPr/>
          </p:nvGrpSpPr>
          <p:grpSpPr>
            <a:xfrm>
              <a:off x="20676" y="3192391"/>
              <a:ext cx="7791104" cy="3665609"/>
              <a:chOff x="20676" y="3192391"/>
              <a:chExt cx="7791104" cy="3665609"/>
            </a:xfrm>
          </p:grpSpPr>
          <p:sp>
            <p:nvSpPr>
              <p:cNvPr id="66" name="Rectangle 65"/>
              <p:cNvSpPr/>
              <p:nvPr/>
            </p:nvSpPr>
            <p:spPr>
              <a:xfrm>
                <a:off x="20676" y="3192391"/>
                <a:ext cx="7327284" cy="36656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6395935" y="3758799"/>
                <a:ext cx="1415845" cy="2045471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ectangle 64"/>
                <p:cNvSpPr/>
                <p:nvPr/>
              </p:nvSpPr>
              <p:spPr>
                <a:xfrm>
                  <a:off x="442270" y="3393979"/>
                  <a:ext cx="6064145" cy="2893100"/>
                </a:xfrm>
                <a:prstGeom prst="rect">
                  <a:avLst/>
                </a:prstGeom>
                <a:solidFill>
                  <a:schemeClr val="bg1"/>
                </a:solidFill>
                <a:ln w="57150">
                  <a:solidFill>
                    <a:schemeClr val="accent3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sz="280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rPr>
                    <a:t>Check-in 1.1</a:t>
                  </a:r>
                </a:p>
                <a:p>
                  <a:pPr>
                    <a:spcBef>
                      <a:spcPts val="1200"/>
                    </a:spcBef>
                  </a:pPr>
                  <a:r>
                    <a:rPr lang="en-US" sz="2400" dirty="0"/>
                    <a:t>In the proof, if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400" dirty="0"/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2400" dirty="0"/>
                    <a:t> are finite automata</a:t>
                  </a:r>
                  <a:br>
                    <a:rPr lang="en-US" sz="2400" dirty="0"/>
                  </a:br>
                  <a:r>
                    <a:rPr lang="en-US" sz="2400" dirty="0"/>
                    <a:t>where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400" dirty="0"/>
                    <a:t> has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2400" dirty="0"/>
                    <a:t> states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2400" dirty="0"/>
                    <a:t> has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sz="2400" dirty="0"/>
                    <a:t> states </a:t>
                  </a:r>
                </a:p>
                <a:p>
                  <a:r>
                    <a:rPr lang="en-US" sz="2400" dirty="0"/>
                    <a:t>Then how many states does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400" dirty="0"/>
                    <a:t>have? </a:t>
                  </a:r>
                </a:p>
                <a:p>
                  <a:r>
                    <a:rPr lang="en-US" sz="2400" dirty="0"/>
                    <a:t>(a)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2400" dirty="0"/>
                </a:p>
                <a:p>
                  <a:r>
                    <a:rPr lang="en-US" sz="2400" dirty="0"/>
                    <a:t>(b)  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endParaRPr lang="en-US" sz="2400" dirty="0"/>
                </a:p>
                <a:p>
                  <a:r>
                    <a:rPr lang="en-US" sz="2400" dirty="0"/>
                    <a:t>(c)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5" name="Rectangle 6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270" y="3393979"/>
                  <a:ext cx="6064145" cy="2893100"/>
                </a:xfrm>
                <a:prstGeom prst="rect">
                  <a:avLst/>
                </a:prstGeom>
                <a:blipFill>
                  <a:blip r:embed="rId11"/>
                  <a:stretch>
                    <a:fillRect l="-1693" t="-1242" b="-2899"/>
                  </a:stretch>
                </a:blipFill>
                <a:ln w="57150">
                  <a:solidFill>
                    <a:schemeClr val="accent3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BF36F9C9-574D-4002-8794-F6420CBE881D}"/>
              </a:ext>
            </a:extLst>
          </p:cNvPr>
          <p:cNvSpPr txBox="1"/>
          <p:nvPr/>
        </p:nvSpPr>
        <p:spPr>
          <a:xfrm>
            <a:off x="8363481" y="956776"/>
            <a:ext cx="34322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Example…</a:t>
            </a:r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M1) substring 00</a:t>
            </a:r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M2) ending in 01</a:t>
            </a:r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Design M = M1 U M2</a:t>
            </a:r>
          </a:p>
        </p:txBody>
      </p:sp>
    </p:spTree>
    <p:extLst>
      <p:ext uri="{BB962C8B-B14F-4D97-AF65-F5344CB8AC3E}">
        <p14:creationId xmlns:p14="http://schemas.microsoft.com/office/powerpoint/2010/main" val="20895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8" grpId="0" uiExpand="1" build="p"/>
      <p:bldP spid="86" grpId="0" animBg="1"/>
      <p:bldP spid="4" grpId="0" animBg="1"/>
      <p:bldP spid="59" grpId="0" animBg="1"/>
      <p:bldP spid="6" grpId="0" animBg="1"/>
      <p:bldP spid="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F4EA94-AEE7-4CDE-949F-92204B869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77001"/>
            <a:ext cx="8252460" cy="66555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EAAECD-10E5-4DEC-804C-542F592C8A5F}"/>
                  </a:ext>
                </a:extLst>
              </p:cNvPr>
              <p:cNvSpPr txBox="1"/>
              <p:nvPr/>
            </p:nvSpPr>
            <p:spPr>
              <a:xfrm>
                <a:off x="487728" y="102928"/>
                <a:ext cx="3135582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32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Theorem: 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32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2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32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2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2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32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are regular languages, so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2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32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20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(closure under </a:t>
                </a:r>
                <a14:m>
                  <m:oMath xmlns:m="http://schemas.openxmlformats.org/officeDocument/2006/math">
                    <m:r>
                      <a:rPr lang="en-US" sz="320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sz="32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) 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EAAECD-10E5-4DEC-804C-542F592C8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28" y="102928"/>
                <a:ext cx="3135582" cy="2554545"/>
              </a:xfrm>
              <a:prstGeom prst="rect">
                <a:avLst/>
              </a:prstGeom>
              <a:blipFill>
                <a:blip r:embed="rId3"/>
                <a:stretch>
                  <a:fillRect l="-4864" t="-2864" r="-4280" b="-7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99C94E3-4CD4-4ACB-882D-DE80D4012250}"/>
              </a:ext>
            </a:extLst>
          </p:cNvPr>
          <p:cNvSpPr txBox="1"/>
          <p:nvPr/>
        </p:nvSpPr>
        <p:spPr>
          <a:xfrm>
            <a:off x="290013" y="3320834"/>
            <a:ext cx="34322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Do</a:t>
            </a:r>
          </a:p>
          <a:p>
            <a:r>
              <a:rPr lang="en-US" sz="2800" b="1">
                <a:solidFill>
                  <a:srgbClr val="FF0000"/>
                </a:solidFill>
              </a:rPr>
              <a:t>Worksheet</a:t>
            </a:r>
            <a:r>
              <a:rPr lang="en-US" sz="2800" b="1" dirty="0">
                <a:solidFill>
                  <a:srgbClr val="FF0000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60955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334" y="0"/>
            <a:ext cx="7101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Closure Properties continued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62232" y="1148603"/>
                <a:ext cx="8234709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>
                    <a:latin typeface="+mj-lt"/>
                  </a:rPr>
                  <a:t>Theorem:  </a:t>
                </a:r>
                <a:r>
                  <a:rPr lang="en-US" sz="2000" dirty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000" dirty="0">
                    <a:latin typeface="+mj-lt"/>
                  </a:rPr>
                  <a:t>are regular languages, so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  (closure under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en-US" sz="2000" dirty="0">
                    <a:latin typeface="+mj-lt"/>
                  </a:rPr>
                  <a:t>)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latin typeface="+mj-lt"/>
                  </a:rPr>
                  <a:t>Proof:   </a:t>
                </a:r>
                <a:r>
                  <a:rPr lang="en-US" sz="2000" dirty="0">
                    <a:latin typeface="+mj-lt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l-GR" sz="20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 </a:t>
                </a:r>
                <a:r>
                  <a:rPr lang="en-US" sz="2000" dirty="0">
                    <a:latin typeface="+mj-lt"/>
                  </a:rPr>
                  <a:t>recognize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br>
                  <a:rPr lang="en-US" sz="2000" dirty="0"/>
                </a:br>
                <a:r>
                  <a:rPr lang="en-US" sz="2000" dirty="0"/>
                  <a:t>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l-GR" sz="20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recognize</a:t>
                </a:r>
                <a:r>
                  <a:rPr lang="en-US" sz="20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latin typeface="+mj-lt"/>
                  </a:rPr>
                  <a:t>    Construct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spc="20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000" i="1" spc="200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pc="2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spc="20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pc="2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recognizing</a:t>
                </a:r>
                <a:r>
                  <a:rPr lang="en-US" sz="20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b="1" spc="2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32" y="1148603"/>
                <a:ext cx="8234709" cy="1754326"/>
              </a:xfrm>
              <a:prstGeom prst="rect">
                <a:avLst/>
              </a:prstGeom>
              <a:blipFill>
                <a:blip r:embed="rId3"/>
                <a:stretch>
                  <a:fillRect l="-1185" t="-2778" b="-5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640779" y="291539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4279586" y="3111028"/>
            <a:ext cx="3558520" cy="1426746"/>
            <a:chOff x="632480" y="5004026"/>
            <a:chExt cx="3558520" cy="1426746"/>
          </a:xfrm>
        </p:grpSpPr>
        <p:sp>
          <p:nvSpPr>
            <p:cNvPr id="11" name="Freeform 10"/>
            <p:cNvSpPr/>
            <p:nvPr/>
          </p:nvSpPr>
          <p:spPr>
            <a:xfrm>
              <a:off x="1155700" y="5188692"/>
              <a:ext cx="3035300" cy="1242080"/>
            </a:xfrm>
            <a:custGeom>
              <a:avLst/>
              <a:gdLst>
                <a:gd name="connsiteX0" fmla="*/ 2286000 w 3035300"/>
                <a:gd name="connsiteY0" fmla="*/ 76200 h 1242080"/>
                <a:gd name="connsiteX1" fmla="*/ 2286000 w 3035300"/>
                <a:gd name="connsiteY1" fmla="*/ 76200 h 1242080"/>
                <a:gd name="connsiteX2" fmla="*/ 2184400 w 3035300"/>
                <a:gd name="connsiteY2" fmla="*/ 38100 h 1242080"/>
                <a:gd name="connsiteX3" fmla="*/ 2108200 w 3035300"/>
                <a:gd name="connsiteY3" fmla="*/ 12700 h 1242080"/>
                <a:gd name="connsiteX4" fmla="*/ 1968500 w 3035300"/>
                <a:gd name="connsiteY4" fmla="*/ 0 h 1242080"/>
                <a:gd name="connsiteX5" fmla="*/ 1231900 w 3035300"/>
                <a:gd name="connsiteY5" fmla="*/ 12700 h 1242080"/>
                <a:gd name="connsiteX6" fmla="*/ 635000 w 3035300"/>
                <a:gd name="connsiteY6" fmla="*/ 38100 h 1242080"/>
                <a:gd name="connsiteX7" fmla="*/ 508000 w 3035300"/>
                <a:gd name="connsiteY7" fmla="*/ 50800 h 1242080"/>
                <a:gd name="connsiteX8" fmla="*/ 342900 w 3035300"/>
                <a:gd name="connsiteY8" fmla="*/ 88900 h 1242080"/>
                <a:gd name="connsiteX9" fmla="*/ 228600 w 3035300"/>
                <a:gd name="connsiteY9" fmla="*/ 114300 h 1242080"/>
                <a:gd name="connsiteX10" fmla="*/ 114300 w 3035300"/>
                <a:gd name="connsiteY10" fmla="*/ 177800 h 1242080"/>
                <a:gd name="connsiteX11" fmla="*/ 76200 w 3035300"/>
                <a:gd name="connsiteY11" fmla="*/ 203200 h 1242080"/>
                <a:gd name="connsiteX12" fmla="*/ 38100 w 3035300"/>
                <a:gd name="connsiteY12" fmla="*/ 228600 h 1242080"/>
                <a:gd name="connsiteX13" fmla="*/ 25400 w 3035300"/>
                <a:gd name="connsiteY13" fmla="*/ 279400 h 1242080"/>
                <a:gd name="connsiteX14" fmla="*/ 0 w 3035300"/>
                <a:gd name="connsiteY14" fmla="*/ 368300 h 1242080"/>
                <a:gd name="connsiteX15" fmla="*/ 38100 w 3035300"/>
                <a:gd name="connsiteY15" fmla="*/ 444500 h 1242080"/>
                <a:gd name="connsiteX16" fmla="*/ 114300 w 3035300"/>
                <a:gd name="connsiteY16" fmla="*/ 596900 h 1242080"/>
                <a:gd name="connsiteX17" fmla="*/ 165100 w 3035300"/>
                <a:gd name="connsiteY17" fmla="*/ 635000 h 1242080"/>
                <a:gd name="connsiteX18" fmla="*/ 215900 w 3035300"/>
                <a:gd name="connsiteY18" fmla="*/ 711200 h 1242080"/>
                <a:gd name="connsiteX19" fmla="*/ 292100 w 3035300"/>
                <a:gd name="connsiteY19" fmla="*/ 774700 h 1242080"/>
                <a:gd name="connsiteX20" fmla="*/ 330200 w 3035300"/>
                <a:gd name="connsiteY20" fmla="*/ 812800 h 1242080"/>
                <a:gd name="connsiteX21" fmla="*/ 368300 w 3035300"/>
                <a:gd name="connsiteY21" fmla="*/ 825500 h 1242080"/>
                <a:gd name="connsiteX22" fmla="*/ 406400 w 3035300"/>
                <a:gd name="connsiteY22" fmla="*/ 850900 h 1242080"/>
                <a:gd name="connsiteX23" fmla="*/ 469900 w 3035300"/>
                <a:gd name="connsiteY23" fmla="*/ 901700 h 1242080"/>
                <a:gd name="connsiteX24" fmla="*/ 596900 w 3035300"/>
                <a:gd name="connsiteY24" fmla="*/ 977900 h 1242080"/>
                <a:gd name="connsiteX25" fmla="*/ 647700 w 3035300"/>
                <a:gd name="connsiteY25" fmla="*/ 990600 h 1242080"/>
                <a:gd name="connsiteX26" fmla="*/ 723900 w 3035300"/>
                <a:gd name="connsiteY26" fmla="*/ 1028700 h 1242080"/>
                <a:gd name="connsiteX27" fmla="*/ 774700 w 3035300"/>
                <a:gd name="connsiteY27" fmla="*/ 1054100 h 1242080"/>
                <a:gd name="connsiteX28" fmla="*/ 825500 w 3035300"/>
                <a:gd name="connsiteY28" fmla="*/ 1066800 h 1242080"/>
                <a:gd name="connsiteX29" fmla="*/ 863600 w 3035300"/>
                <a:gd name="connsiteY29" fmla="*/ 1079500 h 1242080"/>
                <a:gd name="connsiteX30" fmla="*/ 977900 w 3035300"/>
                <a:gd name="connsiteY30" fmla="*/ 1104900 h 1242080"/>
                <a:gd name="connsiteX31" fmla="*/ 1028700 w 3035300"/>
                <a:gd name="connsiteY31" fmla="*/ 1130300 h 1242080"/>
                <a:gd name="connsiteX32" fmla="*/ 1092200 w 3035300"/>
                <a:gd name="connsiteY32" fmla="*/ 1143000 h 1242080"/>
                <a:gd name="connsiteX33" fmla="*/ 1219200 w 3035300"/>
                <a:gd name="connsiteY33" fmla="*/ 1168400 h 1242080"/>
                <a:gd name="connsiteX34" fmla="*/ 1397000 w 3035300"/>
                <a:gd name="connsiteY34" fmla="*/ 1193800 h 1242080"/>
                <a:gd name="connsiteX35" fmla="*/ 1435100 w 3035300"/>
                <a:gd name="connsiteY35" fmla="*/ 1206500 h 1242080"/>
                <a:gd name="connsiteX36" fmla="*/ 2286000 w 3035300"/>
                <a:gd name="connsiteY36" fmla="*/ 1206500 h 1242080"/>
                <a:gd name="connsiteX37" fmla="*/ 2451100 w 3035300"/>
                <a:gd name="connsiteY37" fmla="*/ 1168400 h 1242080"/>
                <a:gd name="connsiteX38" fmla="*/ 2527300 w 3035300"/>
                <a:gd name="connsiteY38" fmla="*/ 1155700 h 1242080"/>
                <a:gd name="connsiteX39" fmla="*/ 2603500 w 3035300"/>
                <a:gd name="connsiteY39" fmla="*/ 1130300 h 1242080"/>
                <a:gd name="connsiteX40" fmla="*/ 2641600 w 3035300"/>
                <a:gd name="connsiteY40" fmla="*/ 1117600 h 1242080"/>
                <a:gd name="connsiteX41" fmla="*/ 2717800 w 3035300"/>
                <a:gd name="connsiteY41" fmla="*/ 1079500 h 1242080"/>
                <a:gd name="connsiteX42" fmla="*/ 2794000 w 3035300"/>
                <a:gd name="connsiteY42" fmla="*/ 1028700 h 1242080"/>
                <a:gd name="connsiteX43" fmla="*/ 2832100 w 3035300"/>
                <a:gd name="connsiteY43" fmla="*/ 990600 h 1242080"/>
                <a:gd name="connsiteX44" fmla="*/ 2870200 w 3035300"/>
                <a:gd name="connsiteY44" fmla="*/ 965200 h 1242080"/>
                <a:gd name="connsiteX45" fmla="*/ 2895600 w 3035300"/>
                <a:gd name="connsiteY45" fmla="*/ 927100 h 1242080"/>
                <a:gd name="connsiteX46" fmla="*/ 2959100 w 3035300"/>
                <a:gd name="connsiteY46" fmla="*/ 850900 h 1242080"/>
                <a:gd name="connsiteX47" fmla="*/ 2984500 w 3035300"/>
                <a:gd name="connsiteY47" fmla="*/ 774700 h 1242080"/>
                <a:gd name="connsiteX48" fmla="*/ 3009900 w 3035300"/>
                <a:gd name="connsiteY48" fmla="*/ 698500 h 1242080"/>
                <a:gd name="connsiteX49" fmla="*/ 3022600 w 3035300"/>
                <a:gd name="connsiteY49" fmla="*/ 660400 h 1242080"/>
                <a:gd name="connsiteX50" fmla="*/ 3035300 w 3035300"/>
                <a:gd name="connsiteY50" fmla="*/ 609600 h 1242080"/>
                <a:gd name="connsiteX51" fmla="*/ 3009900 w 3035300"/>
                <a:gd name="connsiteY51" fmla="*/ 520700 h 1242080"/>
                <a:gd name="connsiteX52" fmla="*/ 2921000 w 3035300"/>
                <a:gd name="connsiteY52" fmla="*/ 419100 h 1242080"/>
                <a:gd name="connsiteX53" fmla="*/ 2806700 w 3035300"/>
                <a:gd name="connsiteY53" fmla="*/ 330200 h 1242080"/>
                <a:gd name="connsiteX54" fmla="*/ 2730500 w 3035300"/>
                <a:gd name="connsiteY54" fmla="*/ 279400 h 1242080"/>
                <a:gd name="connsiteX55" fmla="*/ 2692400 w 3035300"/>
                <a:gd name="connsiteY55" fmla="*/ 254000 h 1242080"/>
                <a:gd name="connsiteX56" fmla="*/ 2616200 w 3035300"/>
                <a:gd name="connsiteY56" fmla="*/ 228600 h 1242080"/>
                <a:gd name="connsiteX57" fmla="*/ 2578100 w 3035300"/>
                <a:gd name="connsiteY57" fmla="*/ 203200 h 1242080"/>
                <a:gd name="connsiteX58" fmla="*/ 2501900 w 3035300"/>
                <a:gd name="connsiteY58" fmla="*/ 177800 h 1242080"/>
                <a:gd name="connsiteX59" fmla="*/ 2463800 w 3035300"/>
                <a:gd name="connsiteY59" fmla="*/ 139700 h 1242080"/>
                <a:gd name="connsiteX60" fmla="*/ 2374900 w 3035300"/>
                <a:gd name="connsiteY60" fmla="*/ 101600 h 1242080"/>
                <a:gd name="connsiteX61" fmla="*/ 2286000 w 3035300"/>
                <a:gd name="connsiteY61" fmla="*/ 76200 h 1242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035300" h="1242080">
                  <a:moveTo>
                    <a:pt x="2286000" y="76200"/>
                  </a:moveTo>
                  <a:lnTo>
                    <a:pt x="2286000" y="76200"/>
                  </a:lnTo>
                  <a:lnTo>
                    <a:pt x="2184400" y="38100"/>
                  </a:lnTo>
                  <a:cubicBezTo>
                    <a:pt x="2159186" y="29095"/>
                    <a:pt x="2134864" y="15124"/>
                    <a:pt x="2108200" y="12700"/>
                  </a:cubicBezTo>
                  <a:lnTo>
                    <a:pt x="1968500" y="0"/>
                  </a:lnTo>
                  <a:lnTo>
                    <a:pt x="1231900" y="12700"/>
                  </a:lnTo>
                  <a:cubicBezTo>
                    <a:pt x="827892" y="21296"/>
                    <a:pt x="895884" y="13254"/>
                    <a:pt x="635000" y="38100"/>
                  </a:cubicBezTo>
                  <a:cubicBezTo>
                    <a:pt x="592647" y="42134"/>
                    <a:pt x="550171" y="45177"/>
                    <a:pt x="508000" y="50800"/>
                  </a:cubicBezTo>
                  <a:cubicBezTo>
                    <a:pt x="451170" y="58377"/>
                    <a:pt x="399295" y="77621"/>
                    <a:pt x="342900" y="88900"/>
                  </a:cubicBezTo>
                  <a:cubicBezTo>
                    <a:pt x="299252" y="97630"/>
                    <a:pt x="270449" y="102343"/>
                    <a:pt x="228600" y="114300"/>
                  </a:cubicBezTo>
                  <a:cubicBezTo>
                    <a:pt x="169922" y="131065"/>
                    <a:pt x="182523" y="132318"/>
                    <a:pt x="114300" y="177800"/>
                  </a:cubicBezTo>
                  <a:lnTo>
                    <a:pt x="76200" y="203200"/>
                  </a:lnTo>
                  <a:lnTo>
                    <a:pt x="38100" y="228600"/>
                  </a:lnTo>
                  <a:cubicBezTo>
                    <a:pt x="33867" y="245533"/>
                    <a:pt x="30195" y="262617"/>
                    <a:pt x="25400" y="279400"/>
                  </a:cubicBezTo>
                  <a:cubicBezTo>
                    <a:pt x="-11039" y="406937"/>
                    <a:pt x="39702" y="209491"/>
                    <a:pt x="0" y="368300"/>
                  </a:cubicBezTo>
                  <a:cubicBezTo>
                    <a:pt x="46317" y="507251"/>
                    <a:pt x="-27552" y="296784"/>
                    <a:pt x="38100" y="444500"/>
                  </a:cubicBezTo>
                  <a:cubicBezTo>
                    <a:pt x="61890" y="498028"/>
                    <a:pt x="61491" y="557293"/>
                    <a:pt x="114300" y="596900"/>
                  </a:cubicBezTo>
                  <a:cubicBezTo>
                    <a:pt x="131233" y="609600"/>
                    <a:pt x="151038" y="619180"/>
                    <a:pt x="165100" y="635000"/>
                  </a:cubicBezTo>
                  <a:cubicBezTo>
                    <a:pt x="185381" y="657816"/>
                    <a:pt x="194314" y="689614"/>
                    <a:pt x="215900" y="711200"/>
                  </a:cubicBezTo>
                  <a:cubicBezTo>
                    <a:pt x="327210" y="822510"/>
                    <a:pt x="186012" y="686293"/>
                    <a:pt x="292100" y="774700"/>
                  </a:cubicBezTo>
                  <a:cubicBezTo>
                    <a:pt x="305898" y="786198"/>
                    <a:pt x="315256" y="802837"/>
                    <a:pt x="330200" y="812800"/>
                  </a:cubicBezTo>
                  <a:cubicBezTo>
                    <a:pt x="341339" y="820226"/>
                    <a:pt x="356326" y="819513"/>
                    <a:pt x="368300" y="825500"/>
                  </a:cubicBezTo>
                  <a:cubicBezTo>
                    <a:pt x="381952" y="832326"/>
                    <a:pt x="393700" y="842433"/>
                    <a:pt x="406400" y="850900"/>
                  </a:cubicBezTo>
                  <a:cubicBezTo>
                    <a:pt x="453332" y="921298"/>
                    <a:pt x="404948" y="865616"/>
                    <a:pt x="469900" y="901700"/>
                  </a:cubicBezTo>
                  <a:cubicBezTo>
                    <a:pt x="531250" y="935783"/>
                    <a:pt x="537775" y="955728"/>
                    <a:pt x="596900" y="977900"/>
                  </a:cubicBezTo>
                  <a:cubicBezTo>
                    <a:pt x="613243" y="984029"/>
                    <a:pt x="630767" y="986367"/>
                    <a:pt x="647700" y="990600"/>
                  </a:cubicBezTo>
                  <a:cubicBezTo>
                    <a:pt x="720919" y="1039413"/>
                    <a:pt x="650288" y="997152"/>
                    <a:pt x="723900" y="1028700"/>
                  </a:cubicBezTo>
                  <a:cubicBezTo>
                    <a:pt x="741301" y="1036158"/>
                    <a:pt x="756973" y="1047453"/>
                    <a:pt x="774700" y="1054100"/>
                  </a:cubicBezTo>
                  <a:cubicBezTo>
                    <a:pt x="791043" y="1060229"/>
                    <a:pt x="808717" y="1062005"/>
                    <a:pt x="825500" y="1066800"/>
                  </a:cubicBezTo>
                  <a:cubicBezTo>
                    <a:pt x="838372" y="1070478"/>
                    <a:pt x="850728" y="1075822"/>
                    <a:pt x="863600" y="1079500"/>
                  </a:cubicBezTo>
                  <a:cubicBezTo>
                    <a:pt x="905449" y="1091457"/>
                    <a:pt x="934252" y="1096170"/>
                    <a:pt x="977900" y="1104900"/>
                  </a:cubicBezTo>
                  <a:cubicBezTo>
                    <a:pt x="994833" y="1113367"/>
                    <a:pt x="1010739" y="1124313"/>
                    <a:pt x="1028700" y="1130300"/>
                  </a:cubicBezTo>
                  <a:cubicBezTo>
                    <a:pt x="1049178" y="1137126"/>
                    <a:pt x="1071128" y="1138317"/>
                    <a:pt x="1092200" y="1143000"/>
                  </a:cubicBezTo>
                  <a:cubicBezTo>
                    <a:pt x="1243827" y="1176695"/>
                    <a:pt x="1013890" y="1131071"/>
                    <a:pt x="1219200" y="1168400"/>
                  </a:cubicBezTo>
                  <a:cubicBezTo>
                    <a:pt x="1346285" y="1191506"/>
                    <a:pt x="1215082" y="1173587"/>
                    <a:pt x="1397000" y="1193800"/>
                  </a:cubicBezTo>
                  <a:cubicBezTo>
                    <a:pt x="1409700" y="1198033"/>
                    <a:pt x="1422228" y="1202822"/>
                    <a:pt x="1435100" y="1206500"/>
                  </a:cubicBezTo>
                  <a:cubicBezTo>
                    <a:pt x="1708010" y="1284474"/>
                    <a:pt x="2028667" y="1210585"/>
                    <a:pt x="2286000" y="1206500"/>
                  </a:cubicBezTo>
                  <a:cubicBezTo>
                    <a:pt x="2356366" y="1183045"/>
                    <a:pt x="2338998" y="1187084"/>
                    <a:pt x="2451100" y="1168400"/>
                  </a:cubicBezTo>
                  <a:cubicBezTo>
                    <a:pt x="2476500" y="1164167"/>
                    <a:pt x="2502318" y="1161945"/>
                    <a:pt x="2527300" y="1155700"/>
                  </a:cubicBezTo>
                  <a:cubicBezTo>
                    <a:pt x="2553275" y="1149206"/>
                    <a:pt x="2578100" y="1138767"/>
                    <a:pt x="2603500" y="1130300"/>
                  </a:cubicBezTo>
                  <a:cubicBezTo>
                    <a:pt x="2616200" y="1126067"/>
                    <a:pt x="2630461" y="1125026"/>
                    <a:pt x="2641600" y="1117600"/>
                  </a:cubicBezTo>
                  <a:cubicBezTo>
                    <a:pt x="2690839" y="1084774"/>
                    <a:pt x="2665220" y="1097027"/>
                    <a:pt x="2717800" y="1079500"/>
                  </a:cubicBezTo>
                  <a:cubicBezTo>
                    <a:pt x="2839343" y="957957"/>
                    <a:pt x="2683722" y="1102218"/>
                    <a:pt x="2794000" y="1028700"/>
                  </a:cubicBezTo>
                  <a:cubicBezTo>
                    <a:pt x="2808944" y="1018737"/>
                    <a:pt x="2818302" y="1002098"/>
                    <a:pt x="2832100" y="990600"/>
                  </a:cubicBezTo>
                  <a:cubicBezTo>
                    <a:pt x="2843826" y="980829"/>
                    <a:pt x="2857500" y="973667"/>
                    <a:pt x="2870200" y="965200"/>
                  </a:cubicBezTo>
                  <a:cubicBezTo>
                    <a:pt x="2878667" y="952500"/>
                    <a:pt x="2885829" y="938826"/>
                    <a:pt x="2895600" y="927100"/>
                  </a:cubicBezTo>
                  <a:cubicBezTo>
                    <a:pt x="2924084" y="892920"/>
                    <a:pt x="2941082" y="891441"/>
                    <a:pt x="2959100" y="850900"/>
                  </a:cubicBezTo>
                  <a:cubicBezTo>
                    <a:pt x="2969974" y="826434"/>
                    <a:pt x="2976033" y="800100"/>
                    <a:pt x="2984500" y="774700"/>
                  </a:cubicBezTo>
                  <a:lnTo>
                    <a:pt x="3009900" y="698500"/>
                  </a:lnTo>
                  <a:cubicBezTo>
                    <a:pt x="3014133" y="685800"/>
                    <a:pt x="3019353" y="673387"/>
                    <a:pt x="3022600" y="660400"/>
                  </a:cubicBezTo>
                  <a:lnTo>
                    <a:pt x="3035300" y="609600"/>
                  </a:lnTo>
                  <a:cubicBezTo>
                    <a:pt x="3032311" y="597643"/>
                    <a:pt x="3018182" y="535607"/>
                    <a:pt x="3009900" y="520700"/>
                  </a:cubicBezTo>
                  <a:cubicBezTo>
                    <a:pt x="2947130" y="407714"/>
                    <a:pt x="2986252" y="473476"/>
                    <a:pt x="2921000" y="419100"/>
                  </a:cubicBezTo>
                  <a:cubicBezTo>
                    <a:pt x="2801628" y="319624"/>
                    <a:pt x="2999290" y="458594"/>
                    <a:pt x="2806700" y="330200"/>
                  </a:cubicBezTo>
                  <a:lnTo>
                    <a:pt x="2730500" y="279400"/>
                  </a:lnTo>
                  <a:cubicBezTo>
                    <a:pt x="2717800" y="270933"/>
                    <a:pt x="2706880" y="258827"/>
                    <a:pt x="2692400" y="254000"/>
                  </a:cubicBezTo>
                  <a:cubicBezTo>
                    <a:pt x="2667000" y="245533"/>
                    <a:pt x="2638477" y="243452"/>
                    <a:pt x="2616200" y="228600"/>
                  </a:cubicBezTo>
                  <a:cubicBezTo>
                    <a:pt x="2603500" y="220133"/>
                    <a:pt x="2592048" y="209399"/>
                    <a:pt x="2578100" y="203200"/>
                  </a:cubicBezTo>
                  <a:cubicBezTo>
                    <a:pt x="2553634" y="192326"/>
                    <a:pt x="2501900" y="177800"/>
                    <a:pt x="2501900" y="177800"/>
                  </a:cubicBezTo>
                  <a:cubicBezTo>
                    <a:pt x="2489200" y="165100"/>
                    <a:pt x="2479500" y="148422"/>
                    <a:pt x="2463800" y="139700"/>
                  </a:cubicBezTo>
                  <a:cubicBezTo>
                    <a:pt x="2340981" y="71467"/>
                    <a:pt x="2415686" y="142386"/>
                    <a:pt x="2374900" y="101600"/>
                  </a:cubicBezTo>
                  <a:lnTo>
                    <a:pt x="2286000" y="762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632480" y="5004026"/>
                  <a:ext cx="52854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480" y="5004026"/>
                  <a:ext cx="52854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/>
            <p:cNvSpPr/>
            <p:nvPr/>
          </p:nvSpPr>
          <p:spPr>
            <a:xfrm>
              <a:off x="3333903" y="535119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1278732" y="5560415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3433764" y="602400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3750545" y="569380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1979287" y="5283285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1963109" y="6078393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3379298" y="5393531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3479159" y="607839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3793256" y="574324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>
              <a:off x="996950" y="5655520"/>
              <a:ext cx="27431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472334" y="3129077"/>
            <a:ext cx="3369131" cy="1467445"/>
            <a:chOff x="749922" y="3270992"/>
            <a:chExt cx="3466478" cy="1435100"/>
          </a:xfrm>
        </p:grpSpPr>
        <p:sp>
          <p:nvSpPr>
            <p:cNvPr id="10" name="Freeform 9"/>
            <p:cNvSpPr/>
            <p:nvPr/>
          </p:nvSpPr>
          <p:spPr>
            <a:xfrm>
              <a:off x="1193800" y="3270992"/>
              <a:ext cx="3022600" cy="1435100"/>
            </a:xfrm>
            <a:custGeom>
              <a:avLst/>
              <a:gdLst>
                <a:gd name="connsiteX0" fmla="*/ 2374900 w 3022600"/>
                <a:gd name="connsiteY0" fmla="*/ 38100 h 1435100"/>
                <a:gd name="connsiteX1" fmla="*/ 2374900 w 3022600"/>
                <a:gd name="connsiteY1" fmla="*/ 38100 h 1435100"/>
                <a:gd name="connsiteX2" fmla="*/ 2260600 w 3022600"/>
                <a:gd name="connsiteY2" fmla="*/ 25400 h 1435100"/>
                <a:gd name="connsiteX3" fmla="*/ 2209800 w 3022600"/>
                <a:gd name="connsiteY3" fmla="*/ 12700 h 1435100"/>
                <a:gd name="connsiteX4" fmla="*/ 2120900 w 3022600"/>
                <a:gd name="connsiteY4" fmla="*/ 0 h 1435100"/>
                <a:gd name="connsiteX5" fmla="*/ 1028700 w 3022600"/>
                <a:gd name="connsiteY5" fmla="*/ 25400 h 1435100"/>
                <a:gd name="connsiteX6" fmla="*/ 939800 w 3022600"/>
                <a:gd name="connsiteY6" fmla="*/ 38100 h 1435100"/>
                <a:gd name="connsiteX7" fmla="*/ 863600 w 3022600"/>
                <a:gd name="connsiteY7" fmla="*/ 63500 h 1435100"/>
                <a:gd name="connsiteX8" fmla="*/ 762000 w 3022600"/>
                <a:gd name="connsiteY8" fmla="*/ 88900 h 1435100"/>
                <a:gd name="connsiteX9" fmla="*/ 723900 w 3022600"/>
                <a:gd name="connsiteY9" fmla="*/ 101600 h 1435100"/>
                <a:gd name="connsiteX10" fmla="*/ 685800 w 3022600"/>
                <a:gd name="connsiteY10" fmla="*/ 127000 h 1435100"/>
                <a:gd name="connsiteX11" fmla="*/ 635000 w 3022600"/>
                <a:gd name="connsiteY11" fmla="*/ 139700 h 1435100"/>
                <a:gd name="connsiteX12" fmla="*/ 508000 w 3022600"/>
                <a:gd name="connsiteY12" fmla="*/ 177800 h 1435100"/>
                <a:gd name="connsiteX13" fmla="*/ 431800 w 3022600"/>
                <a:gd name="connsiteY13" fmla="*/ 215900 h 1435100"/>
                <a:gd name="connsiteX14" fmla="*/ 393700 w 3022600"/>
                <a:gd name="connsiteY14" fmla="*/ 241300 h 1435100"/>
                <a:gd name="connsiteX15" fmla="*/ 355600 w 3022600"/>
                <a:gd name="connsiteY15" fmla="*/ 254000 h 1435100"/>
                <a:gd name="connsiteX16" fmla="*/ 279400 w 3022600"/>
                <a:gd name="connsiteY16" fmla="*/ 304800 h 1435100"/>
                <a:gd name="connsiteX17" fmla="*/ 241300 w 3022600"/>
                <a:gd name="connsiteY17" fmla="*/ 330200 h 1435100"/>
                <a:gd name="connsiteX18" fmla="*/ 203200 w 3022600"/>
                <a:gd name="connsiteY18" fmla="*/ 368300 h 1435100"/>
                <a:gd name="connsiteX19" fmla="*/ 165100 w 3022600"/>
                <a:gd name="connsiteY19" fmla="*/ 393700 h 1435100"/>
                <a:gd name="connsiteX20" fmla="*/ 88900 w 3022600"/>
                <a:gd name="connsiteY20" fmla="*/ 457200 h 1435100"/>
                <a:gd name="connsiteX21" fmla="*/ 63500 w 3022600"/>
                <a:gd name="connsiteY21" fmla="*/ 495300 h 1435100"/>
                <a:gd name="connsiteX22" fmla="*/ 25400 w 3022600"/>
                <a:gd name="connsiteY22" fmla="*/ 520700 h 1435100"/>
                <a:gd name="connsiteX23" fmla="*/ 0 w 3022600"/>
                <a:gd name="connsiteY23" fmla="*/ 596900 h 1435100"/>
                <a:gd name="connsiteX24" fmla="*/ 12700 w 3022600"/>
                <a:gd name="connsiteY24" fmla="*/ 647700 h 1435100"/>
                <a:gd name="connsiteX25" fmla="*/ 101600 w 3022600"/>
                <a:gd name="connsiteY25" fmla="*/ 762000 h 1435100"/>
                <a:gd name="connsiteX26" fmla="*/ 139700 w 3022600"/>
                <a:gd name="connsiteY26" fmla="*/ 787400 h 1435100"/>
                <a:gd name="connsiteX27" fmla="*/ 203200 w 3022600"/>
                <a:gd name="connsiteY27" fmla="*/ 901700 h 1435100"/>
                <a:gd name="connsiteX28" fmla="*/ 254000 w 3022600"/>
                <a:gd name="connsiteY28" fmla="*/ 977900 h 1435100"/>
                <a:gd name="connsiteX29" fmla="*/ 279400 w 3022600"/>
                <a:gd name="connsiteY29" fmla="*/ 1016000 h 1435100"/>
                <a:gd name="connsiteX30" fmla="*/ 317500 w 3022600"/>
                <a:gd name="connsiteY30" fmla="*/ 1041400 h 1435100"/>
                <a:gd name="connsiteX31" fmla="*/ 355600 w 3022600"/>
                <a:gd name="connsiteY31" fmla="*/ 1117600 h 1435100"/>
                <a:gd name="connsiteX32" fmla="*/ 406400 w 3022600"/>
                <a:gd name="connsiteY32" fmla="*/ 1155700 h 1435100"/>
                <a:gd name="connsiteX33" fmla="*/ 508000 w 3022600"/>
                <a:gd name="connsiteY33" fmla="*/ 1231900 h 1435100"/>
                <a:gd name="connsiteX34" fmla="*/ 596900 w 3022600"/>
                <a:gd name="connsiteY34" fmla="*/ 1282700 h 1435100"/>
                <a:gd name="connsiteX35" fmla="*/ 635000 w 3022600"/>
                <a:gd name="connsiteY35" fmla="*/ 1295400 h 1435100"/>
                <a:gd name="connsiteX36" fmla="*/ 723900 w 3022600"/>
                <a:gd name="connsiteY36" fmla="*/ 1346200 h 1435100"/>
                <a:gd name="connsiteX37" fmla="*/ 774700 w 3022600"/>
                <a:gd name="connsiteY37" fmla="*/ 1358900 h 1435100"/>
                <a:gd name="connsiteX38" fmla="*/ 838200 w 3022600"/>
                <a:gd name="connsiteY38" fmla="*/ 1384300 h 1435100"/>
                <a:gd name="connsiteX39" fmla="*/ 889000 w 3022600"/>
                <a:gd name="connsiteY39" fmla="*/ 1409700 h 1435100"/>
                <a:gd name="connsiteX40" fmla="*/ 952500 w 3022600"/>
                <a:gd name="connsiteY40" fmla="*/ 1422400 h 1435100"/>
                <a:gd name="connsiteX41" fmla="*/ 990600 w 3022600"/>
                <a:gd name="connsiteY41" fmla="*/ 1435100 h 1435100"/>
                <a:gd name="connsiteX42" fmla="*/ 1231900 w 3022600"/>
                <a:gd name="connsiteY42" fmla="*/ 1409700 h 1435100"/>
                <a:gd name="connsiteX43" fmla="*/ 1371600 w 3022600"/>
                <a:gd name="connsiteY43" fmla="*/ 1384300 h 1435100"/>
                <a:gd name="connsiteX44" fmla="*/ 1498600 w 3022600"/>
                <a:gd name="connsiteY44" fmla="*/ 1371600 h 1435100"/>
                <a:gd name="connsiteX45" fmla="*/ 1930400 w 3022600"/>
                <a:gd name="connsiteY45" fmla="*/ 1358900 h 1435100"/>
                <a:gd name="connsiteX46" fmla="*/ 2095500 w 3022600"/>
                <a:gd name="connsiteY46" fmla="*/ 1333500 h 1435100"/>
                <a:gd name="connsiteX47" fmla="*/ 2247900 w 3022600"/>
                <a:gd name="connsiteY47" fmla="*/ 1308100 h 1435100"/>
                <a:gd name="connsiteX48" fmla="*/ 2590800 w 3022600"/>
                <a:gd name="connsiteY48" fmla="*/ 1193800 h 1435100"/>
                <a:gd name="connsiteX49" fmla="*/ 2705100 w 3022600"/>
                <a:gd name="connsiteY49" fmla="*/ 1155700 h 1435100"/>
                <a:gd name="connsiteX50" fmla="*/ 2743200 w 3022600"/>
                <a:gd name="connsiteY50" fmla="*/ 1143000 h 1435100"/>
                <a:gd name="connsiteX51" fmla="*/ 2781300 w 3022600"/>
                <a:gd name="connsiteY51" fmla="*/ 1117600 h 1435100"/>
                <a:gd name="connsiteX52" fmla="*/ 2857500 w 3022600"/>
                <a:gd name="connsiteY52" fmla="*/ 1092200 h 1435100"/>
                <a:gd name="connsiteX53" fmla="*/ 2895600 w 3022600"/>
                <a:gd name="connsiteY53" fmla="*/ 1079500 h 1435100"/>
                <a:gd name="connsiteX54" fmla="*/ 2946400 w 3022600"/>
                <a:gd name="connsiteY54" fmla="*/ 1003300 h 1435100"/>
                <a:gd name="connsiteX55" fmla="*/ 2971800 w 3022600"/>
                <a:gd name="connsiteY55" fmla="*/ 914400 h 1435100"/>
                <a:gd name="connsiteX56" fmla="*/ 2997200 w 3022600"/>
                <a:gd name="connsiteY56" fmla="*/ 876300 h 1435100"/>
                <a:gd name="connsiteX57" fmla="*/ 3022600 w 3022600"/>
                <a:gd name="connsiteY57" fmla="*/ 774700 h 1435100"/>
                <a:gd name="connsiteX58" fmla="*/ 2997200 w 3022600"/>
                <a:gd name="connsiteY58" fmla="*/ 584200 h 1435100"/>
                <a:gd name="connsiteX59" fmla="*/ 2971800 w 3022600"/>
                <a:gd name="connsiteY59" fmla="*/ 508000 h 1435100"/>
                <a:gd name="connsiteX60" fmla="*/ 2933700 w 3022600"/>
                <a:gd name="connsiteY60" fmla="*/ 482600 h 1435100"/>
                <a:gd name="connsiteX61" fmla="*/ 2882900 w 3022600"/>
                <a:gd name="connsiteY61" fmla="*/ 419100 h 1435100"/>
                <a:gd name="connsiteX62" fmla="*/ 2857500 w 3022600"/>
                <a:gd name="connsiteY62" fmla="*/ 381000 h 1435100"/>
                <a:gd name="connsiteX63" fmla="*/ 2819400 w 3022600"/>
                <a:gd name="connsiteY63" fmla="*/ 342900 h 1435100"/>
                <a:gd name="connsiteX64" fmla="*/ 2755900 w 3022600"/>
                <a:gd name="connsiteY64" fmla="*/ 279400 h 1435100"/>
                <a:gd name="connsiteX65" fmla="*/ 2667000 w 3022600"/>
                <a:gd name="connsiteY65" fmla="*/ 190500 h 1435100"/>
                <a:gd name="connsiteX66" fmla="*/ 2552700 w 3022600"/>
                <a:gd name="connsiteY66" fmla="*/ 114300 h 1435100"/>
                <a:gd name="connsiteX67" fmla="*/ 2514600 w 3022600"/>
                <a:gd name="connsiteY67" fmla="*/ 88900 h 1435100"/>
                <a:gd name="connsiteX68" fmla="*/ 2476500 w 3022600"/>
                <a:gd name="connsiteY68" fmla="*/ 76200 h 1435100"/>
                <a:gd name="connsiteX69" fmla="*/ 2387600 w 3022600"/>
                <a:gd name="connsiteY69" fmla="*/ 50800 h 1435100"/>
                <a:gd name="connsiteX70" fmla="*/ 2374900 w 3022600"/>
                <a:gd name="connsiteY70" fmla="*/ 38100 h 143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022600" h="1435100">
                  <a:moveTo>
                    <a:pt x="2374900" y="38100"/>
                  </a:moveTo>
                  <a:lnTo>
                    <a:pt x="2374900" y="38100"/>
                  </a:lnTo>
                  <a:cubicBezTo>
                    <a:pt x="2336800" y="33867"/>
                    <a:pt x="2298489" y="31229"/>
                    <a:pt x="2260600" y="25400"/>
                  </a:cubicBezTo>
                  <a:cubicBezTo>
                    <a:pt x="2243348" y="22746"/>
                    <a:pt x="2226973" y="15822"/>
                    <a:pt x="2209800" y="12700"/>
                  </a:cubicBezTo>
                  <a:cubicBezTo>
                    <a:pt x="2180349" y="7345"/>
                    <a:pt x="2150533" y="4233"/>
                    <a:pt x="2120900" y="0"/>
                  </a:cubicBezTo>
                  <a:lnTo>
                    <a:pt x="1028700" y="25400"/>
                  </a:lnTo>
                  <a:cubicBezTo>
                    <a:pt x="998930" y="28534"/>
                    <a:pt x="969433" y="33867"/>
                    <a:pt x="939800" y="38100"/>
                  </a:cubicBezTo>
                  <a:cubicBezTo>
                    <a:pt x="914400" y="46567"/>
                    <a:pt x="889575" y="57006"/>
                    <a:pt x="863600" y="63500"/>
                  </a:cubicBezTo>
                  <a:cubicBezTo>
                    <a:pt x="829733" y="71967"/>
                    <a:pt x="795118" y="77861"/>
                    <a:pt x="762000" y="88900"/>
                  </a:cubicBezTo>
                  <a:cubicBezTo>
                    <a:pt x="749300" y="93133"/>
                    <a:pt x="735874" y="95613"/>
                    <a:pt x="723900" y="101600"/>
                  </a:cubicBezTo>
                  <a:cubicBezTo>
                    <a:pt x="710248" y="108426"/>
                    <a:pt x="699829" y="120987"/>
                    <a:pt x="685800" y="127000"/>
                  </a:cubicBezTo>
                  <a:cubicBezTo>
                    <a:pt x="669757" y="133876"/>
                    <a:pt x="651718" y="134684"/>
                    <a:pt x="635000" y="139700"/>
                  </a:cubicBezTo>
                  <a:cubicBezTo>
                    <a:pt x="480402" y="186079"/>
                    <a:pt x="625089" y="148528"/>
                    <a:pt x="508000" y="177800"/>
                  </a:cubicBezTo>
                  <a:cubicBezTo>
                    <a:pt x="398811" y="250593"/>
                    <a:pt x="536960" y="163320"/>
                    <a:pt x="431800" y="215900"/>
                  </a:cubicBezTo>
                  <a:cubicBezTo>
                    <a:pt x="418148" y="222726"/>
                    <a:pt x="407352" y="234474"/>
                    <a:pt x="393700" y="241300"/>
                  </a:cubicBezTo>
                  <a:cubicBezTo>
                    <a:pt x="381726" y="247287"/>
                    <a:pt x="367302" y="247499"/>
                    <a:pt x="355600" y="254000"/>
                  </a:cubicBezTo>
                  <a:cubicBezTo>
                    <a:pt x="328915" y="268825"/>
                    <a:pt x="304800" y="287867"/>
                    <a:pt x="279400" y="304800"/>
                  </a:cubicBezTo>
                  <a:cubicBezTo>
                    <a:pt x="266700" y="313267"/>
                    <a:pt x="252093" y="319407"/>
                    <a:pt x="241300" y="330200"/>
                  </a:cubicBezTo>
                  <a:cubicBezTo>
                    <a:pt x="228600" y="342900"/>
                    <a:pt x="216998" y="356802"/>
                    <a:pt x="203200" y="368300"/>
                  </a:cubicBezTo>
                  <a:cubicBezTo>
                    <a:pt x="191474" y="378071"/>
                    <a:pt x="176826" y="383929"/>
                    <a:pt x="165100" y="393700"/>
                  </a:cubicBezTo>
                  <a:cubicBezTo>
                    <a:pt x="67314" y="475188"/>
                    <a:pt x="183495" y="394137"/>
                    <a:pt x="88900" y="457200"/>
                  </a:cubicBezTo>
                  <a:cubicBezTo>
                    <a:pt x="80433" y="469900"/>
                    <a:pt x="74293" y="484507"/>
                    <a:pt x="63500" y="495300"/>
                  </a:cubicBezTo>
                  <a:cubicBezTo>
                    <a:pt x="52707" y="506093"/>
                    <a:pt x="33490" y="507757"/>
                    <a:pt x="25400" y="520700"/>
                  </a:cubicBezTo>
                  <a:cubicBezTo>
                    <a:pt x="11210" y="543404"/>
                    <a:pt x="0" y="596900"/>
                    <a:pt x="0" y="596900"/>
                  </a:cubicBezTo>
                  <a:cubicBezTo>
                    <a:pt x="4233" y="613833"/>
                    <a:pt x="4894" y="632088"/>
                    <a:pt x="12700" y="647700"/>
                  </a:cubicBezTo>
                  <a:cubicBezTo>
                    <a:pt x="32929" y="688158"/>
                    <a:pt x="65762" y="732135"/>
                    <a:pt x="101600" y="762000"/>
                  </a:cubicBezTo>
                  <a:cubicBezTo>
                    <a:pt x="113326" y="771771"/>
                    <a:pt x="127000" y="778933"/>
                    <a:pt x="139700" y="787400"/>
                  </a:cubicBezTo>
                  <a:cubicBezTo>
                    <a:pt x="162053" y="854460"/>
                    <a:pt x="144974" y="814361"/>
                    <a:pt x="203200" y="901700"/>
                  </a:cubicBezTo>
                  <a:lnTo>
                    <a:pt x="254000" y="977900"/>
                  </a:lnTo>
                  <a:cubicBezTo>
                    <a:pt x="262467" y="990600"/>
                    <a:pt x="266700" y="1007533"/>
                    <a:pt x="279400" y="1016000"/>
                  </a:cubicBezTo>
                  <a:lnTo>
                    <a:pt x="317500" y="1041400"/>
                  </a:lnTo>
                  <a:cubicBezTo>
                    <a:pt x="327829" y="1072388"/>
                    <a:pt x="330981" y="1092981"/>
                    <a:pt x="355600" y="1117600"/>
                  </a:cubicBezTo>
                  <a:cubicBezTo>
                    <a:pt x="370567" y="1132567"/>
                    <a:pt x="390329" y="1141925"/>
                    <a:pt x="406400" y="1155700"/>
                  </a:cubicBezTo>
                  <a:cubicBezTo>
                    <a:pt x="502324" y="1237921"/>
                    <a:pt x="373616" y="1147910"/>
                    <a:pt x="508000" y="1231900"/>
                  </a:cubicBezTo>
                  <a:cubicBezTo>
                    <a:pt x="554380" y="1260888"/>
                    <a:pt x="541716" y="1259050"/>
                    <a:pt x="596900" y="1282700"/>
                  </a:cubicBezTo>
                  <a:cubicBezTo>
                    <a:pt x="609205" y="1287973"/>
                    <a:pt x="623026" y="1289413"/>
                    <a:pt x="635000" y="1295400"/>
                  </a:cubicBezTo>
                  <a:cubicBezTo>
                    <a:pt x="708693" y="1332246"/>
                    <a:pt x="634839" y="1312802"/>
                    <a:pt x="723900" y="1346200"/>
                  </a:cubicBezTo>
                  <a:cubicBezTo>
                    <a:pt x="740243" y="1352329"/>
                    <a:pt x="758141" y="1353380"/>
                    <a:pt x="774700" y="1358900"/>
                  </a:cubicBezTo>
                  <a:cubicBezTo>
                    <a:pt x="796327" y="1366109"/>
                    <a:pt x="817368" y="1375041"/>
                    <a:pt x="838200" y="1384300"/>
                  </a:cubicBezTo>
                  <a:cubicBezTo>
                    <a:pt x="855500" y="1391989"/>
                    <a:pt x="871039" y="1403713"/>
                    <a:pt x="889000" y="1409700"/>
                  </a:cubicBezTo>
                  <a:cubicBezTo>
                    <a:pt x="909478" y="1416526"/>
                    <a:pt x="931559" y="1417165"/>
                    <a:pt x="952500" y="1422400"/>
                  </a:cubicBezTo>
                  <a:cubicBezTo>
                    <a:pt x="965487" y="1425647"/>
                    <a:pt x="977900" y="1430867"/>
                    <a:pt x="990600" y="1435100"/>
                  </a:cubicBezTo>
                  <a:cubicBezTo>
                    <a:pt x="1223597" y="1401815"/>
                    <a:pt x="890217" y="1447665"/>
                    <a:pt x="1231900" y="1409700"/>
                  </a:cubicBezTo>
                  <a:cubicBezTo>
                    <a:pt x="1403280" y="1390658"/>
                    <a:pt x="1220912" y="1404392"/>
                    <a:pt x="1371600" y="1384300"/>
                  </a:cubicBezTo>
                  <a:cubicBezTo>
                    <a:pt x="1413771" y="1378677"/>
                    <a:pt x="1456099" y="1373532"/>
                    <a:pt x="1498600" y="1371600"/>
                  </a:cubicBezTo>
                  <a:cubicBezTo>
                    <a:pt x="1642447" y="1365061"/>
                    <a:pt x="1786467" y="1363133"/>
                    <a:pt x="1930400" y="1358900"/>
                  </a:cubicBezTo>
                  <a:cubicBezTo>
                    <a:pt x="2123508" y="1334762"/>
                    <a:pt x="1954205" y="1358434"/>
                    <a:pt x="2095500" y="1333500"/>
                  </a:cubicBezTo>
                  <a:cubicBezTo>
                    <a:pt x="2146217" y="1324550"/>
                    <a:pt x="2199042" y="1324386"/>
                    <a:pt x="2247900" y="1308100"/>
                  </a:cubicBezTo>
                  <a:lnTo>
                    <a:pt x="2590800" y="1193800"/>
                  </a:lnTo>
                  <a:lnTo>
                    <a:pt x="2705100" y="1155700"/>
                  </a:lnTo>
                  <a:cubicBezTo>
                    <a:pt x="2717800" y="1151467"/>
                    <a:pt x="2732061" y="1150426"/>
                    <a:pt x="2743200" y="1143000"/>
                  </a:cubicBezTo>
                  <a:cubicBezTo>
                    <a:pt x="2755900" y="1134533"/>
                    <a:pt x="2767352" y="1123799"/>
                    <a:pt x="2781300" y="1117600"/>
                  </a:cubicBezTo>
                  <a:cubicBezTo>
                    <a:pt x="2805766" y="1106726"/>
                    <a:pt x="2832100" y="1100667"/>
                    <a:pt x="2857500" y="1092200"/>
                  </a:cubicBezTo>
                  <a:lnTo>
                    <a:pt x="2895600" y="1079500"/>
                  </a:lnTo>
                  <a:cubicBezTo>
                    <a:pt x="2912533" y="1054100"/>
                    <a:pt x="2938996" y="1032916"/>
                    <a:pt x="2946400" y="1003300"/>
                  </a:cubicBezTo>
                  <a:cubicBezTo>
                    <a:pt x="2950469" y="987024"/>
                    <a:pt x="2962690" y="932620"/>
                    <a:pt x="2971800" y="914400"/>
                  </a:cubicBezTo>
                  <a:cubicBezTo>
                    <a:pt x="2978626" y="900748"/>
                    <a:pt x="2990374" y="889952"/>
                    <a:pt x="2997200" y="876300"/>
                  </a:cubicBezTo>
                  <a:cubicBezTo>
                    <a:pt x="3010217" y="850265"/>
                    <a:pt x="3017770" y="798852"/>
                    <a:pt x="3022600" y="774700"/>
                  </a:cubicBezTo>
                  <a:cubicBezTo>
                    <a:pt x="3018372" y="736645"/>
                    <a:pt x="3008601" y="629805"/>
                    <a:pt x="2997200" y="584200"/>
                  </a:cubicBezTo>
                  <a:cubicBezTo>
                    <a:pt x="2990706" y="558225"/>
                    <a:pt x="2994077" y="522852"/>
                    <a:pt x="2971800" y="508000"/>
                  </a:cubicBezTo>
                  <a:lnTo>
                    <a:pt x="2933700" y="482600"/>
                  </a:lnTo>
                  <a:cubicBezTo>
                    <a:pt x="2908976" y="408427"/>
                    <a:pt x="2940345" y="476545"/>
                    <a:pt x="2882900" y="419100"/>
                  </a:cubicBezTo>
                  <a:cubicBezTo>
                    <a:pt x="2872107" y="408307"/>
                    <a:pt x="2867271" y="392726"/>
                    <a:pt x="2857500" y="381000"/>
                  </a:cubicBezTo>
                  <a:cubicBezTo>
                    <a:pt x="2846002" y="367202"/>
                    <a:pt x="2830898" y="356698"/>
                    <a:pt x="2819400" y="342900"/>
                  </a:cubicBezTo>
                  <a:cubicBezTo>
                    <a:pt x="2766483" y="279400"/>
                    <a:pt x="2825750" y="325967"/>
                    <a:pt x="2755900" y="279400"/>
                  </a:cubicBezTo>
                  <a:cubicBezTo>
                    <a:pt x="2733547" y="212340"/>
                    <a:pt x="2754339" y="248726"/>
                    <a:pt x="2667000" y="190500"/>
                  </a:cubicBezTo>
                  <a:lnTo>
                    <a:pt x="2552700" y="114300"/>
                  </a:lnTo>
                  <a:cubicBezTo>
                    <a:pt x="2540000" y="105833"/>
                    <a:pt x="2529080" y="93727"/>
                    <a:pt x="2514600" y="88900"/>
                  </a:cubicBezTo>
                  <a:cubicBezTo>
                    <a:pt x="2501900" y="84667"/>
                    <a:pt x="2489372" y="79878"/>
                    <a:pt x="2476500" y="76200"/>
                  </a:cubicBezTo>
                  <a:cubicBezTo>
                    <a:pt x="2434351" y="64157"/>
                    <a:pt x="2425663" y="66025"/>
                    <a:pt x="2387600" y="50800"/>
                  </a:cubicBezTo>
                  <a:cubicBezTo>
                    <a:pt x="2378811" y="47284"/>
                    <a:pt x="2377017" y="40217"/>
                    <a:pt x="2374900" y="38100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749922" y="3285980"/>
                  <a:ext cx="52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922" y="3285980"/>
                  <a:ext cx="52322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/>
            <p:cNvSpPr/>
            <p:nvPr/>
          </p:nvSpPr>
          <p:spPr>
            <a:xfrm>
              <a:off x="1312536" y="3774374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781425" y="3988542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3609976" y="356020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1852614" y="3519488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2026446" y="4274107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3655371" y="360757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3826820" y="4035908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/>
            <p:cNvCxnSpPr>
              <a:endCxn id="14" idx="2"/>
            </p:cNvCxnSpPr>
            <p:nvPr/>
          </p:nvCxnSpPr>
          <p:spPr>
            <a:xfrm>
              <a:off x="1038225" y="3869479"/>
              <a:ext cx="27431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8396941" y="4270357"/>
                <a:ext cx="381387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i="0" dirty="0">
                    <a:latin typeface="+mj-lt"/>
                  </a:rPr>
                  <a:t> should accept input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i="0" dirty="0">
                    <a:latin typeface="+mj-lt"/>
                  </a:rPr>
                  <a:t>   </a:t>
                </a:r>
                <a:br>
                  <a:rPr lang="en-US" sz="2000" i="0" dirty="0">
                    <a:latin typeface="+mj-lt"/>
                  </a:rPr>
                </a:br>
                <a:r>
                  <a:rPr lang="en-US" sz="2000" i="0" dirty="0">
                    <a:latin typeface="+mj-lt"/>
                  </a:rPr>
                  <a:t>  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US" sz="2000" i="0" dirty="0">
                    <a:latin typeface="+mj-lt"/>
                  </a:rPr>
                  <a:t>  where </a:t>
                </a:r>
                <a:br>
                  <a:rPr lang="en-US" sz="2000" i="0" dirty="0">
                    <a:latin typeface="+mj-lt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i="0" dirty="0">
                    <a:latin typeface="+mj-lt"/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i="0" dirty="0">
                    <a:latin typeface="+mj-lt"/>
                  </a:rPr>
                  <a:t> 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i="0" dirty="0">
                    <a:latin typeface="+mj-lt"/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i="0" dirty="0">
                    <a:latin typeface="+mj-lt"/>
                  </a:rPr>
                  <a:t>.    </a:t>
                </a: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6941" y="4270357"/>
                <a:ext cx="3813879" cy="1077218"/>
              </a:xfrm>
              <a:prstGeom prst="rect">
                <a:avLst/>
              </a:prstGeom>
              <a:blipFill>
                <a:blip r:embed="rId6"/>
                <a:stretch>
                  <a:fillRect r="-799" b="-9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/>
          <p:cNvGrpSpPr/>
          <p:nvPr/>
        </p:nvGrpSpPr>
        <p:grpSpPr>
          <a:xfrm>
            <a:off x="252145" y="4075895"/>
            <a:ext cx="7943280" cy="2700320"/>
            <a:chOff x="252145" y="4075895"/>
            <a:chExt cx="7943280" cy="2700320"/>
          </a:xfrm>
        </p:grpSpPr>
        <p:sp>
          <p:nvSpPr>
            <p:cNvPr id="6" name="Down Arrow 5"/>
            <p:cNvSpPr/>
            <p:nvPr/>
          </p:nvSpPr>
          <p:spPr>
            <a:xfrm>
              <a:off x="4134880" y="4075895"/>
              <a:ext cx="374510" cy="458864"/>
            </a:xfrm>
            <a:prstGeom prst="downArrow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252145" y="4793664"/>
              <a:ext cx="7943280" cy="1982551"/>
              <a:chOff x="252145" y="4793664"/>
              <a:chExt cx="7943280" cy="198255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Rectangle 87"/>
                  <p:cNvSpPr/>
                  <p:nvPr/>
                </p:nvSpPr>
                <p:spPr>
                  <a:xfrm>
                    <a:off x="252145" y="4793664"/>
                    <a:ext cx="44037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8" name="Rectangle 8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2145" y="4793664"/>
                    <a:ext cx="440377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Freeform 7"/>
              <p:cNvSpPr/>
              <p:nvPr/>
            </p:nvSpPr>
            <p:spPr>
              <a:xfrm>
                <a:off x="569982" y="4817104"/>
                <a:ext cx="7625443" cy="1959111"/>
              </a:xfrm>
              <a:custGeom>
                <a:avLst/>
                <a:gdLst>
                  <a:gd name="connsiteX0" fmla="*/ 7151914 w 7625443"/>
                  <a:gd name="connsiteY0" fmla="*/ 32657 h 1959111"/>
                  <a:gd name="connsiteX1" fmla="*/ 7151914 w 7625443"/>
                  <a:gd name="connsiteY1" fmla="*/ 32657 h 1959111"/>
                  <a:gd name="connsiteX2" fmla="*/ 6629400 w 7625443"/>
                  <a:gd name="connsiteY2" fmla="*/ 0 h 1959111"/>
                  <a:gd name="connsiteX3" fmla="*/ 5796643 w 7625443"/>
                  <a:gd name="connsiteY3" fmla="*/ 16329 h 1959111"/>
                  <a:gd name="connsiteX4" fmla="*/ 2873829 w 7625443"/>
                  <a:gd name="connsiteY4" fmla="*/ 16329 h 1959111"/>
                  <a:gd name="connsiteX5" fmla="*/ 1616529 w 7625443"/>
                  <a:gd name="connsiteY5" fmla="*/ 32657 h 1959111"/>
                  <a:gd name="connsiteX6" fmla="*/ 1387929 w 7625443"/>
                  <a:gd name="connsiteY6" fmla="*/ 65314 h 1959111"/>
                  <a:gd name="connsiteX7" fmla="*/ 1322614 w 7625443"/>
                  <a:gd name="connsiteY7" fmla="*/ 81643 h 1959111"/>
                  <a:gd name="connsiteX8" fmla="*/ 359229 w 7625443"/>
                  <a:gd name="connsiteY8" fmla="*/ 97971 h 1959111"/>
                  <a:gd name="connsiteX9" fmla="*/ 310243 w 7625443"/>
                  <a:gd name="connsiteY9" fmla="*/ 114300 h 1959111"/>
                  <a:gd name="connsiteX10" fmla="*/ 228600 w 7625443"/>
                  <a:gd name="connsiteY10" fmla="*/ 212271 h 1959111"/>
                  <a:gd name="connsiteX11" fmla="*/ 195943 w 7625443"/>
                  <a:gd name="connsiteY11" fmla="*/ 244929 h 1959111"/>
                  <a:gd name="connsiteX12" fmla="*/ 163286 w 7625443"/>
                  <a:gd name="connsiteY12" fmla="*/ 342900 h 1959111"/>
                  <a:gd name="connsiteX13" fmla="*/ 130629 w 7625443"/>
                  <a:gd name="connsiteY13" fmla="*/ 391886 h 1959111"/>
                  <a:gd name="connsiteX14" fmla="*/ 65314 w 7625443"/>
                  <a:gd name="connsiteY14" fmla="*/ 538843 h 1959111"/>
                  <a:gd name="connsiteX15" fmla="*/ 16329 w 7625443"/>
                  <a:gd name="connsiteY15" fmla="*/ 702129 h 1959111"/>
                  <a:gd name="connsiteX16" fmla="*/ 0 w 7625443"/>
                  <a:gd name="connsiteY16" fmla="*/ 751114 h 1959111"/>
                  <a:gd name="connsiteX17" fmla="*/ 16329 w 7625443"/>
                  <a:gd name="connsiteY17" fmla="*/ 849086 h 1959111"/>
                  <a:gd name="connsiteX18" fmla="*/ 48986 w 7625443"/>
                  <a:gd name="connsiteY18" fmla="*/ 898071 h 1959111"/>
                  <a:gd name="connsiteX19" fmla="*/ 97971 w 7625443"/>
                  <a:gd name="connsiteY19" fmla="*/ 1012371 h 1959111"/>
                  <a:gd name="connsiteX20" fmla="*/ 163286 w 7625443"/>
                  <a:gd name="connsiteY20" fmla="*/ 1110343 h 1959111"/>
                  <a:gd name="connsiteX21" fmla="*/ 195943 w 7625443"/>
                  <a:gd name="connsiteY21" fmla="*/ 1175657 h 1959111"/>
                  <a:gd name="connsiteX22" fmla="*/ 228600 w 7625443"/>
                  <a:gd name="connsiteY22" fmla="*/ 1224643 h 1959111"/>
                  <a:gd name="connsiteX23" fmla="*/ 244929 w 7625443"/>
                  <a:gd name="connsiteY23" fmla="*/ 1273629 h 1959111"/>
                  <a:gd name="connsiteX24" fmla="*/ 359229 w 7625443"/>
                  <a:gd name="connsiteY24" fmla="*/ 1404257 h 1959111"/>
                  <a:gd name="connsiteX25" fmla="*/ 473529 w 7625443"/>
                  <a:gd name="connsiteY25" fmla="*/ 1551214 h 1959111"/>
                  <a:gd name="connsiteX26" fmla="*/ 555171 w 7625443"/>
                  <a:gd name="connsiteY26" fmla="*/ 1649186 h 1959111"/>
                  <a:gd name="connsiteX27" fmla="*/ 669471 w 7625443"/>
                  <a:gd name="connsiteY27" fmla="*/ 1698171 h 1959111"/>
                  <a:gd name="connsiteX28" fmla="*/ 881743 w 7625443"/>
                  <a:gd name="connsiteY28" fmla="*/ 1779814 h 1959111"/>
                  <a:gd name="connsiteX29" fmla="*/ 930729 w 7625443"/>
                  <a:gd name="connsiteY29" fmla="*/ 1796143 h 1959111"/>
                  <a:gd name="connsiteX30" fmla="*/ 979714 w 7625443"/>
                  <a:gd name="connsiteY30" fmla="*/ 1828800 h 1959111"/>
                  <a:gd name="connsiteX31" fmla="*/ 1453243 w 7625443"/>
                  <a:gd name="connsiteY31" fmla="*/ 1845129 h 1959111"/>
                  <a:gd name="connsiteX32" fmla="*/ 1502229 w 7625443"/>
                  <a:gd name="connsiteY32" fmla="*/ 1861457 h 1959111"/>
                  <a:gd name="connsiteX33" fmla="*/ 1763486 w 7625443"/>
                  <a:gd name="connsiteY33" fmla="*/ 1894114 h 1959111"/>
                  <a:gd name="connsiteX34" fmla="*/ 1845129 w 7625443"/>
                  <a:gd name="connsiteY34" fmla="*/ 1910443 h 1959111"/>
                  <a:gd name="connsiteX35" fmla="*/ 2759529 w 7625443"/>
                  <a:gd name="connsiteY35" fmla="*/ 1894114 h 1959111"/>
                  <a:gd name="connsiteX36" fmla="*/ 2890157 w 7625443"/>
                  <a:gd name="connsiteY36" fmla="*/ 1877786 h 1959111"/>
                  <a:gd name="connsiteX37" fmla="*/ 3037114 w 7625443"/>
                  <a:gd name="connsiteY37" fmla="*/ 1861457 h 1959111"/>
                  <a:gd name="connsiteX38" fmla="*/ 5257800 w 7625443"/>
                  <a:gd name="connsiteY38" fmla="*/ 1877786 h 1959111"/>
                  <a:gd name="connsiteX39" fmla="*/ 5666014 w 7625443"/>
                  <a:gd name="connsiteY39" fmla="*/ 1910443 h 1959111"/>
                  <a:gd name="connsiteX40" fmla="*/ 5861957 w 7625443"/>
                  <a:gd name="connsiteY40" fmla="*/ 1926771 h 1959111"/>
                  <a:gd name="connsiteX41" fmla="*/ 6335486 w 7625443"/>
                  <a:gd name="connsiteY41" fmla="*/ 1926771 h 1959111"/>
                  <a:gd name="connsiteX42" fmla="*/ 6564086 w 7625443"/>
                  <a:gd name="connsiteY42" fmla="*/ 1910443 h 1959111"/>
                  <a:gd name="connsiteX43" fmla="*/ 6694714 w 7625443"/>
                  <a:gd name="connsiteY43" fmla="*/ 1861457 h 1959111"/>
                  <a:gd name="connsiteX44" fmla="*/ 6841671 w 7625443"/>
                  <a:gd name="connsiteY44" fmla="*/ 1812471 h 1959111"/>
                  <a:gd name="connsiteX45" fmla="*/ 6939643 w 7625443"/>
                  <a:gd name="connsiteY45" fmla="*/ 1763486 h 1959111"/>
                  <a:gd name="connsiteX46" fmla="*/ 7053943 w 7625443"/>
                  <a:gd name="connsiteY46" fmla="*/ 1730829 h 1959111"/>
                  <a:gd name="connsiteX47" fmla="*/ 7102929 w 7625443"/>
                  <a:gd name="connsiteY47" fmla="*/ 1714500 h 1959111"/>
                  <a:gd name="connsiteX48" fmla="*/ 7200900 w 7625443"/>
                  <a:gd name="connsiteY48" fmla="*/ 1649186 h 1959111"/>
                  <a:gd name="connsiteX49" fmla="*/ 7249886 w 7625443"/>
                  <a:gd name="connsiteY49" fmla="*/ 1600200 h 1959111"/>
                  <a:gd name="connsiteX50" fmla="*/ 7298871 w 7625443"/>
                  <a:gd name="connsiteY50" fmla="*/ 1583871 h 1959111"/>
                  <a:gd name="connsiteX51" fmla="*/ 7380514 w 7625443"/>
                  <a:gd name="connsiteY51" fmla="*/ 1387929 h 1959111"/>
                  <a:gd name="connsiteX52" fmla="*/ 7413171 w 7625443"/>
                  <a:gd name="connsiteY52" fmla="*/ 1355271 h 1959111"/>
                  <a:gd name="connsiteX53" fmla="*/ 7478486 w 7625443"/>
                  <a:gd name="connsiteY53" fmla="*/ 1257300 h 1959111"/>
                  <a:gd name="connsiteX54" fmla="*/ 7494814 w 7625443"/>
                  <a:gd name="connsiteY54" fmla="*/ 1208314 h 1959111"/>
                  <a:gd name="connsiteX55" fmla="*/ 7511143 w 7625443"/>
                  <a:gd name="connsiteY55" fmla="*/ 1143000 h 1959111"/>
                  <a:gd name="connsiteX56" fmla="*/ 7560129 w 7625443"/>
                  <a:gd name="connsiteY56" fmla="*/ 1077686 h 1959111"/>
                  <a:gd name="connsiteX57" fmla="*/ 7576457 w 7625443"/>
                  <a:gd name="connsiteY57" fmla="*/ 1028700 h 1959111"/>
                  <a:gd name="connsiteX58" fmla="*/ 7625443 w 7625443"/>
                  <a:gd name="connsiteY58" fmla="*/ 930729 h 1959111"/>
                  <a:gd name="connsiteX59" fmla="*/ 7592786 w 7625443"/>
                  <a:gd name="connsiteY59" fmla="*/ 653143 h 1959111"/>
                  <a:gd name="connsiteX60" fmla="*/ 7560129 w 7625443"/>
                  <a:gd name="connsiteY60" fmla="*/ 604157 h 1959111"/>
                  <a:gd name="connsiteX61" fmla="*/ 7494814 w 7625443"/>
                  <a:gd name="connsiteY61" fmla="*/ 375557 h 1959111"/>
                  <a:gd name="connsiteX62" fmla="*/ 7478486 w 7625443"/>
                  <a:gd name="connsiteY62" fmla="*/ 326571 h 1959111"/>
                  <a:gd name="connsiteX63" fmla="*/ 7445829 w 7625443"/>
                  <a:gd name="connsiteY63" fmla="*/ 277586 h 1959111"/>
                  <a:gd name="connsiteX64" fmla="*/ 7364186 w 7625443"/>
                  <a:gd name="connsiteY64" fmla="*/ 146957 h 1959111"/>
                  <a:gd name="connsiteX65" fmla="*/ 7298871 w 7625443"/>
                  <a:gd name="connsiteY65" fmla="*/ 65314 h 1959111"/>
                  <a:gd name="connsiteX66" fmla="*/ 7151914 w 7625443"/>
                  <a:gd name="connsiteY66" fmla="*/ 32657 h 1959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</a:cxnLst>
                <a:rect l="l" t="t" r="r" b="b"/>
                <a:pathLst>
                  <a:path w="7625443" h="1959111">
                    <a:moveTo>
                      <a:pt x="7151914" y="32657"/>
                    </a:moveTo>
                    <a:lnTo>
                      <a:pt x="7151914" y="32657"/>
                    </a:lnTo>
                    <a:cubicBezTo>
                      <a:pt x="6945806" y="9757"/>
                      <a:pt x="6887962" y="0"/>
                      <a:pt x="6629400" y="0"/>
                    </a:cubicBezTo>
                    <a:cubicBezTo>
                      <a:pt x="6351761" y="0"/>
                      <a:pt x="6074229" y="10886"/>
                      <a:pt x="5796643" y="16329"/>
                    </a:cubicBezTo>
                    <a:cubicBezTo>
                      <a:pt x="4722077" y="135721"/>
                      <a:pt x="5848539" y="16329"/>
                      <a:pt x="2873829" y="16329"/>
                    </a:cubicBezTo>
                    <a:cubicBezTo>
                      <a:pt x="2454694" y="16329"/>
                      <a:pt x="2035629" y="27214"/>
                      <a:pt x="1616529" y="32657"/>
                    </a:cubicBezTo>
                    <a:cubicBezTo>
                      <a:pt x="1536274" y="42689"/>
                      <a:pt x="1466394" y="49621"/>
                      <a:pt x="1387929" y="65314"/>
                    </a:cubicBezTo>
                    <a:cubicBezTo>
                      <a:pt x="1365923" y="69715"/>
                      <a:pt x="1345044" y="80931"/>
                      <a:pt x="1322614" y="81643"/>
                    </a:cubicBezTo>
                    <a:cubicBezTo>
                      <a:pt x="1001601" y="91834"/>
                      <a:pt x="680357" y="92528"/>
                      <a:pt x="359229" y="97971"/>
                    </a:cubicBezTo>
                    <a:cubicBezTo>
                      <a:pt x="342900" y="103414"/>
                      <a:pt x="324564" y="104752"/>
                      <a:pt x="310243" y="114300"/>
                    </a:cubicBezTo>
                    <a:cubicBezTo>
                      <a:pt x="260375" y="147546"/>
                      <a:pt x="263024" y="169241"/>
                      <a:pt x="228600" y="212271"/>
                    </a:cubicBezTo>
                    <a:cubicBezTo>
                      <a:pt x="218983" y="224292"/>
                      <a:pt x="206829" y="234043"/>
                      <a:pt x="195943" y="244929"/>
                    </a:cubicBezTo>
                    <a:cubicBezTo>
                      <a:pt x="185057" y="277586"/>
                      <a:pt x="182381" y="314258"/>
                      <a:pt x="163286" y="342900"/>
                    </a:cubicBezTo>
                    <a:cubicBezTo>
                      <a:pt x="152400" y="359229"/>
                      <a:pt x="138599" y="373953"/>
                      <a:pt x="130629" y="391886"/>
                    </a:cubicBezTo>
                    <a:cubicBezTo>
                      <a:pt x="52902" y="566769"/>
                      <a:pt x="139221" y="427981"/>
                      <a:pt x="65314" y="538843"/>
                    </a:cubicBezTo>
                    <a:cubicBezTo>
                      <a:pt x="40639" y="637548"/>
                      <a:pt x="56080" y="582875"/>
                      <a:pt x="16329" y="702129"/>
                    </a:cubicBezTo>
                    <a:lnTo>
                      <a:pt x="0" y="751114"/>
                    </a:lnTo>
                    <a:cubicBezTo>
                      <a:pt x="5443" y="783771"/>
                      <a:pt x="5859" y="817677"/>
                      <a:pt x="16329" y="849086"/>
                    </a:cubicBezTo>
                    <a:cubicBezTo>
                      <a:pt x="22535" y="867703"/>
                      <a:pt x="40210" y="880518"/>
                      <a:pt x="48986" y="898071"/>
                    </a:cubicBezTo>
                    <a:cubicBezTo>
                      <a:pt x="116554" y="1033209"/>
                      <a:pt x="-3963" y="842482"/>
                      <a:pt x="97971" y="1012371"/>
                    </a:cubicBezTo>
                    <a:cubicBezTo>
                      <a:pt x="118165" y="1046027"/>
                      <a:pt x="145733" y="1075237"/>
                      <a:pt x="163286" y="1110343"/>
                    </a:cubicBezTo>
                    <a:cubicBezTo>
                      <a:pt x="174172" y="1132114"/>
                      <a:pt x="183866" y="1154523"/>
                      <a:pt x="195943" y="1175657"/>
                    </a:cubicBezTo>
                    <a:cubicBezTo>
                      <a:pt x="205679" y="1192696"/>
                      <a:pt x="219824" y="1207090"/>
                      <a:pt x="228600" y="1224643"/>
                    </a:cubicBezTo>
                    <a:cubicBezTo>
                      <a:pt x="236297" y="1240038"/>
                      <a:pt x="236570" y="1258583"/>
                      <a:pt x="244929" y="1273629"/>
                    </a:cubicBezTo>
                    <a:cubicBezTo>
                      <a:pt x="300959" y="1374482"/>
                      <a:pt x="287671" y="1356552"/>
                      <a:pt x="359229" y="1404257"/>
                    </a:cubicBezTo>
                    <a:cubicBezTo>
                      <a:pt x="524307" y="1651876"/>
                      <a:pt x="345630" y="1397736"/>
                      <a:pt x="473529" y="1551214"/>
                    </a:cubicBezTo>
                    <a:cubicBezTo>
                      <a:pt x="515652" y="1601761"/>
                      <a:pt x="496243" y="1607095"/>
                      <a:pt x="555171" y="1649186"/>
                    </a:cubicBezTo>
                    <a:cubicBezTo>
                      <a:pt x="634454" y="1705817"/>
                      <a:pt x="598402" y="1662637"/>
                      <a:pt x="669471" y="1698171"/>
                    </a:cubicBezTo>
                    <a:cubicBezTo>
                      <a:pt x="918762" y="1822816"/>
                      <a:pt x="537663" y="1665118"/>
                      <a:pt x="881743" y="1779814"/>
                    </a:cubicBezTo>
                    <a:cubicBezTo>
                      <a:pt x="898072" y="1785257"/>
                      <a:pt x="915334" y="1788446"/>
                      <a:pt x="930729" y="1796143"/>
                    </a:cubicBezTo>
                    <a:cubicBezTo>
                      <a:pt x="948281" y="1804919"/>
                      <a:pt x="960175" y="1826968"/>
                      <a:pt x="979714" y="1828800"/>
                    </a:cubicBezTo>
                    <a:cubicBezTo>
                      <a:pt x="1136961" y="1843542"/>
                      <a:pt x="1295400" y="1839686"/>
                      <a:pt x="1453243" y="1845129"/>
                    </a:cubicBezTo>
                    <a:cubicBezTo>
                      <a:pt x="1469572" y="1850572"/>
                      <a:pt x="1485351" y="1858081"/>
                      <a:pt x="1502229" y="1861457"/>
                    </a:cubicBezTo>
                    <a:cubicBezTo>
                      <a:pt x="1582597" y="1877530"/>
                      <a:pt x="1684216" y="1882790"/>
                      <a:pt x="1763486" y="1894114"/>
                    </a:cubicBezTo>
                    <a:cubicBezTo>
                      <a:pt x="1790960" y="1898039"/>
                      <a:pt x="1817915" y="1905000"/>
                      <a:pt x="1845129" y="1910443"/>
                    </a:cubicBezTo>
                    <a:lnTo>
                      <a:pt x="2759529" y="1894114"/>
                    </a:lnTo>
                    <a:cubicBezTo>
                      <a:pt x="2803389" y="1892743"/>
                      <a:pt x="2846576" y="1882913"/>
                      <a:pt x="2890157" y="1877786"/>
                    </a:cubicBezTo>
                    <a:lnTo>
                      <a:pt x="3037114" y="1861457"/>
                    </a:lnTo>
                    <a:lnTo>
                      <a:pt x="5257800" y="1877786"/>
                    </a:lnTo>
                    <a:cubicBezTo>
                      <a:pt x="5461650" y="1880468"/>
                      <a:pt x="5492548" y="1893922"/>
                      <a:pt x="5666014" y="1910443"/>
                    </a:cubicBezTo>
                    <a:cubicBezTo>
                      <a:pt x="5731259" y="1916657"/>
                      <a:pt x="5796643" y="1921328"/>
                      <a:pt x="5861957" y="1926771"/>
                    </a:cubicBezTo>
                    <a:cubicBezTo>
                      <a:pt x="6043678" y="1987346"/>
                      <a:pt x="5907039" y="1948193"/>
                      <a:pt x="6335486" y="1926771"/>
                    </a:cubicBezTo>
                    <a:cubicBezTo>
                      <a:pt x="6411785" y="1922956"/>
                      <a:pt x="6487886" y="1915886"/>
                      <a:pt x="6564086" y="1910443"/>
                    </a:cubicBezTo>
                    <a:cubicBezTo>
                      <a:pt x="6720493" y="1871340"/>
                      <a:pt x="6536137" y="1922448"/>
                      <a:pt x="6694714" y="1861457"/>
                    </a:cubicBezTo>
                    <a:cubicBezTo>
                      <a:pt x="6742908" y="1842921"/>
                      <a:pt x="6795487" y="1835563"/>
                      <a:pt x="6841671" y="1812471"/>
                    </a:cubicBezTo>
                    <a:cubicBezTo>
                      <a:pt x="6874328" y="1796143"/>
                      <a:pt x="6906278" y="1778315"/>
                      <a:pt x="6939643" y="1763486"/>
                    </a:cubicBezTo>
                    <a:cubicBezTo>
                      <a:pt x="6974885" y="1747823"/>
                      <a:pt x="7017608" y="1741210"/>
                      <a:pt x="7053943" y="1730829"/>
                    </a:cubicBezTo>
                    <a:cubicBezTo>
                      <a:pt x="7070493" y="1726101"/>
                      <a:pt x="7087883" y="1722859"/>
                      <a:pt x="7102929" y="1714500"/>
                    </a:cubicBezTo>
                    <a:cubicBezTo>
                      <a:pt x="7137239" y="1695439"/>
                      <a:pt x="7173147" y="1676939"/>
                      <a:pt x="7200900" y="1649186"/>
                    </a:cubicBezTo>
                    <a:cubicBezTo>
                      <a:pt x="7217229" y="1632857"/>
                      <a:pt x="7230672" y="1613009"/>
                      <a:pt x="7249886" y="1600200"/>
                    </a:cubicBezTo>
                    <a:cubicBezTo>
                      <a:pt x="7264207" y="1590653"/>
                      <a:pt x="7282543" y="1589314"/>
                      <a:pt x="7298871" y="1583871"/>
                    </a:cubicBezTo>
                    <a:cubicBezTo>
                      <a:pt x="7315429" y="1517641"/>
                      <a:pt x="7330281" y="1438163"/>
                      <a:pt x="7380514" y="1387929"/>
                    </a:cubicBezTo>
                    <a:cubicBezTo>
                      <a:pt x="7391400" y="1377043"/>
                      <a:pt x="7403934" y="1367587"/>
                      <a:pt x="7413171" y="1355271"/>
                    </a:cubicBezTo>
                    <a:cubicBezTo>
                      <a:pt x="7436720" y="1323872"/>
                      <a:pt x="7478486" y="1257300"/>
                      <a:pt x="7478486" y="1257300"/>
                    </a:cubicBezTo>
                    <a:cubicBezTo>
                      <a:pt x="7483929" y="1240971"/>
                      <a:pt x="7490086" y="1224864"/>
                      <a:pt x="7494814" y="1208314"/>
                    </a:cubicBezTo>
                    <a:cubicBezTo>
                      <a:pt x="7500979" y="1186736"/>
                      <a:pt x="7501107" y="1163072"/>
                      <a:pt x="7511143" y="1143000"/>
                    </a:cubicBezTo>
                    <a:cubicBezTo>
                      <a:pt x="7523314" y="1118659"/>
                      <a:pt x="7543800" y="1099457"/>
                      <a:pt x="7560129" y="1077686"/>
                    </a:cubicBezTo>
                    <a:cubicBezTo>
                      <a:pt x="7565572" y="1061357"/>
                      <a:pt x="7568760" y="1044095"/>
                      <a:pt x="7576457" y="1028700"/>
                    </a:cubicBezTo>
                    <a:cubicBezTo>
                      <a:pt x="7639768" y="902076"/>
                      <a:pt x="7584396" y="1053864"/>
                      <a:pt x="7625443" y="930729"/>
                    </a:cubicBezTo>
                    <a:cubicBezTo>
                      <a:pt x="7622864" y="894620"/>
                      <a:pt x="7629897" y="727366"/>
                      <a:pt x="7592786" y="653143"/>
                    </a:cubicBezTo>
                    <a:cubicBezTo>
                      <a:pt x="7584010" y="635590"/>
                      <a:pt x="7571015" y="620486"/>
                      <a:pt x="7560129" y="604157"/>
                    </a:cubicBezTo>
                    <a:cubicBezTo>
                      <a:pt x="7519120" y="440126"/>
                      <a:pt x="7541666" y="516114"/>
                      <a:pt x="7494814" y="375557"/>
                    </a:cubicBezTo>
                    <a:cubicBezTo>
                      <a:pt x="7489371" y="359228"/>
                      <a:pt x="7488033" y="340892"/>
                      <a:pt x="7478486" y="326571"/>
                    </a:cubicBezTo>
                    <a:cubicBezTo>
                      <a:pt x="7467600" y="310243"/>
                      <a:pt x="7453799" y="295519"/>
                      <a:pt x="7445829" y="277586"/>
                    </a:cubicBezTo>
                    <a:cubicBezTo>
                      <a:pt x="7388556" y="148724"/>
                      <a:pt x="7452308" y="205705"/>
                      <a:pt x="7364186" y="146957"/>
                    </a:cubicBezTo>
                    <a:cubicBezTo>
                      <a:pt x="7352647" y="129649"/>
                      <a:pt x="7322140" y="76948"/>
                      <a:pt x="7298871" y="65314"/>
                    </a:cubicBezTo>
                    <a:cubicBezTo>
                      <a:pt x="7226672" y="29215"/>
                      <a:pt x="7176407" y="38100"/>
                      <a:pt x="7151914" y="32657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4" name="Group 53"/>
          <p:cNvGrpSpPr/>
          <p:nvPr/>
        </p:nvGrpSpPr>
        <p:grpSpPr>
          <a:xfrm>
            <a:off x="8513262" y="5563971"/>
            <a:ext cx="3124759" cy="369332"/>
            <a:chOff x="8494229" y="5905891"/>
            <a:chExt cx="3124759" cy="369332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8908445" y="6090557"/>
              <a:ext cx="2710543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/>
                <p:cNvSpPr/>
                <p:nvPr/>
              </p:nvSpPr>
              <p:spPr>
                <a:xfrm>
                  <a:off x="8494229" y="5905891"/>
                  <a:ext cx="41421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Rectangle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4229" y="5905891"/>
                  <a:ext cx="41421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Group 90"/>
          <p:cNvGrpSpPr/>
          <p:nvPr/>
        </p:nvGrpSpPr>
        <p:grpSpPr>
          <a:xfrm>
            <a:off x="9053125" y="5656304"/>
            <a:ext cx="1933371" cy="493932"/>
            <a:chOff x="9034092" y="5998224"/>
            <a:chExt cx="1933371" cy="493932"/>
          </a:xfrm>
        </p:grpSpPr>
        <p:cxnSp>
          <p:nvCxnSpPr>
            <p:cNvPr id="39" name="Straight Connector 38"/>
            <p:cNvCxnSpPr/>
            <p:nvPr/>
          </p:nvCxnSpPr>
          <p:spPr>
            <a:xfrm flipH="1">
              <a:off x="9684544" y="5998224"/>
              <a:ext cx="340" cy="18112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Rectangle 88"/>
                <p:cNvSpPr/>
                <p:nvPr/>
              </p:nvSpPr>
              <p:spPr>
                <a:xfrm>
                  <a:off x="9034092" y="6122824"/>
                  <a:ext cx="36798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9" name="Rectangle 8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4092" y="6122824"/>
                  <a:ext cx="36798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Rectangle 89"/>
                <p:cNvSpPr/>
                <p:nvPr/>
              </p:nvSpPr>
              <p:spPr>
                <a:xfrm>
                  <a:off x="10596079" y="6122824"/>
                  <a:ext cx="37138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0" name="Rectangle 8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96079" y="6122824"/>
                  <a:ext cx="371384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2" name="Oval 101"/>
          <p:cNvSpPr/>
          <p:nvPr/>
        </p:nvSpPr>
        <p:spPr>
          <a:xfrm>
            <a:off x="3296191" y="5337846"/>
            <a:ext cx="83023" cy="97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3" name="Oval 102"/>
          <p:cNvSpPr/>
          <p:nvPr/>
        </p:nvSpPr>
        <p:spPr>
          <a:xfrm>
            <a:off x="3462825" y="5775835"/>
            <a:ext cx="83023" cy="97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04" name="Group 103"/>
          <p:cNvGrpSpPr/>
          <p:nvPr/>
        </p:nvGrpSpPr>
        <p:grpSpPr>
          <a:xfrm>
            <a:off x="752541" y="4993679"/>
            <a:ext cx="3088924" cy="1467445"/>
            <a:chOff x="752541" y="3129077"/>
            <a:chExt cx="3088924" cy="1467445"/>
          </a:xfrm>
        </p:grpSpPr>
        <p:sp>
          <p:nvSpPr>
            <p:cNvPr id="105" name="Freeform 104"/>
            <p:cNvSpPr/>
            <p:nvPr/>
          </p:nvSpPr>
          <p:spPr>
            <a:xfrm>
              <a:off x="903747" y="3129077"/>
              <a:ext cx="2937718" cy="1467445"/>
            </a:xfrm>
            <a:custGeom>
              <a:avLst/>
              <a:gdLst>
                <a:gd name="connsiteX0" fmla="*/ 2374900 w 3022600"/>
                <a:gd name="connsiteY0" fmla="*/ 38100 h 1435100"/>
                <a:gd name="connsiteX1" fmla="*/ 2374900 w 3022600"/>
                <a:gd name="connsiteY1" fmla="*/ 38100 h 1435100"/>
                <a:gd name="connsiteX2" fmla="*/ 2260600 w 3022600"/>
                <a:gd name="connsiteY2" fmla="*/ 25400 h 1435100"/>
                <a:gd name="connsiteX3" fmla="*/ 2209800 w 3022600"/>
                <a:gd name="connsiteY3" fmla="*/ 12700 h 1435100"/>
                <a:gd name="connsiteX4" fmla="*/ 2120900 w 3022600"/>
                <a:gd name="connsiteY4" fmla="*/ 0 h 1435100"/>
                <a:gd name="connsiteX5" fmla="*/ 1028700 w 3022600"/>
                <a:gd name="connsiteY5" fmla="*/ 25400 h 1435100"/>
                <a:gd name="connsiteX6" fmla="*/ 939800 w 3022600"/>
                <a:gd name="connsiteY6" fmla="*/ 38100 h 1435100"/>
                <a:gd name="connsiteX7" fmla="*/ 863600 w 3022600"/>
                <a:gd name="connsiteY7" fmla="*/ 63500 h 1435100"/>
                <a:gd name="connsiteX8" fmla="*/ 762000 w 3022600"/>
                <a:gd name="connsiteY8" fmla="*/ 88900 h 1435100"/>
                <a:gd name="connsiteX9" fmla="*/ 723900 w 3022600"/>
                <a:gd name="connsiteY9" fmla="*/ 101600 h 1435100"/>
                <a:gd name="connsiteX10" fmla="*/ 685800 w 3022600"/>
                <a:gd name="connsiteY10" fmla="*/ 127000 h 1435100"/>
                <a:gd name="connsiteX11" fmla="*/ 635000 w 3022600"/>
                <a:gd name="connsiteY11" fmla="*/ 139700 h 1435100"/>
                <a:gd name="connsiteX12" fmla="*/ 508000 w 3022600"/>
                <a:gd name="connsiteY12" fmla="*/ 177800 h 1435100"/>
                <a:gd name="connsiteX13" fmla="*/ 431800 w 3022600"/>
                <a:gd name="connsiteY13" fmla="*/ 215900 h 1435100"/>
                <a:gd name="connsiteX14" fmla="*/ 393700 w 3022600"/>
                <a:gd name="connsiteY14" fmla="*/ 241300 h 1435100"/>
                <a:gd name="connsiteX15" fmla="*/ 355600 w 3022600"/>
                <a:gd name="connsiteY15" fmla="*/ 254000 h 1435100"/>
                <a:gd name="connsiteX16" fmla="*/ 279400 w 3022600"/>
                <a:gd name="connsiteY16" fmla="*/ 304800 h 1435100"/>
                <a:gd name="connsiteX17" fmla="*/ 241300 w 3022600"/>
                <a:gd name="connsiteY17" fmla="*/ 330200 h 1435100"/>
                <a:gd name="connsiteX18" fmla="*/ 203200 w 3022600"/>
                <a:gd name="connsiteY18" fmla="*/ 368300 h 1435100"/>
                <a:gd name="connsiteX19" fmla="*/ 165100 w 3022600"/>
                <a:gd name="connsiteY19" fmla="*/ 393700 h 1435100"/>
                <a:gd name="connsiteX20" fmla="*/ 88900 w 3022600"/>
                <a:gd name="connsiteY20" fmla="*/ 457200 h 1435100"/>
                <a:gd name="connsiteX21" fmla="*/ 63500 w 3022600"/>
                <a:gd name="connsiteY21" fmla="*/ 495300 h 1435100"/>
                <a:gd name="connsiteX22" fmla="*/ 25400 w 3022600"/>
                <a:gd name="connsiteY22" fmla="*/ 520700 h 1435100"/>
                <a:gd name="connsiteX23" fmla="*/ 0 w 3022600"/>
                <a:gd name="connsiteY23" fmla="*/ 596900 h 1435100"/>
                <a:gd name="connsiteX24" fmla="*/ 12700 w 3022600"/>
                <a:gd name="connsiteY24" fmla="*/ 647700 h 1435100"/>
                <a:gd name="connsiteX25" fmla="*/ 101600 w 3022600"/>
                <a:gd name="connsiteY25" fmla="*/ 762000 h 1435100"/>
                <a:gd name="connsiteX26" fmla="*/ 139700 w 3022600"/>
                <a:gd name="connsiteY26" fmla="*/ 787400 h 1435100"/>
                <a:gd name="connsiteX27" fmla="*/ 203200 w 3022600"/>
                <a:gd name="connsiteY27" fmla="*/ 901700 h 1435100"/>
                <a:gd name="connsiteX28" fmla="*/ 254000 w 3022600"/>
                <a:gd name="connsiteY28" fmla="*/ 977900 h 1435100"/>
                <a:gd name="connsiteX29" fmla="*/ 279400 w 3022600"/>
                <a:gd name="connsiteY29" fmla="*/ 1016000 h 1435100"/>
                <a:gd name="connsiteX30" fmla="*/ 317500 w 3022600"/>
                <a:gd name="connsiteY30" fmla="*/ 1041400 h 1435100"/>
                <a:gd name="connsiteX31" fmla="*/ 355600 w 3022600"/>
                <a:gd name="connsiteY31" fmla="*/ 1117600 h 1435100"/>
                <a:gd name="connsiteX32" fmla="*/ 406400 w 3022600"/>
                <a:gd name="connsiteY32" fmla="*/ 1155700 h 1435100"/>
                <a:gd name="connsiteX33" fmla="*/ 508000 w 3022600"/>
                <a:gd name="connsiteY33" fmla="*/ 1231900 h 1435100"/>
                <a:gd name="connsiteX34" fmla="*/ 596900 w 3022600"/>
                <a:gd name="connsiteY34" fmla="*/ 1282700 h 1435100"/>
                <a:gd name="connsiteX35" fmla="*/ 635000 w 3022600"/>
                <a:gd name="connsiteY35" fmla="*/ 1295400 h 1435100"/>
                <a:gd name="connsiteX36" fmla="*/ 723900 w 3022600"/>
                <a:gd name="connsiteY36" fmla="*/ 1346200 h 1435100"/>
                <a:gd name="connsiteX37" fmla="*/ 774700 w 3022600"/>
                <a:gd name="connsiteY37" fmla="*/ 1358900 h 1435100"/>
                <a:gd name="connsiteX38" fmla="*/ 838200 w 3022600"/>
                <a:gd name="connsiteY38" fmla="*/ 1384300 h 1435100"/>
                <a:gd name="connsiteX39" fmla="*/ 889000 w 3022600"/>
                <a:gd name="connsiteY39" fmla="*/ 1409700 h 1435100"/>
                <a:gd name="connsiteX40" fmla="*/ 952500 w 3022600"/>
                <a:gd name="connsiteY40" fmla="*/ 1422400 h 1435100"/>
                <a:gd name="connsiteX41" fmla="*/ 990600 w 3022600"/>
                <a:gd name="connsiteY41" fmla="*/ 1435100 h 1435100"/>
                <a:gd name="connsiteX42" fmla="*/ 1231900 w 3022600"/>
                <a:gd name="connsiteY42" fmla="*/ 1409700 h 1435100"/>
                <a:gd name="connsiteX43" fmla="*/ 1371600 w 3022600"/>
                <a:gd name="connsiteY43" fmla="*/ 1384300 h 1435100"/>
                <a:gd name="connsiteX44" fmla="*/ 1498600 w 3022600"/>
                <a:gd name="connsiteY44" fmla="*/ 1371600 h 1435100"/>
                <a:gd name="connsiteX45" fmla="*/ 1930400 w 3022600"/>
                <a:gd name="connsiteY45" fmla="*/ 1358900 h 1435100"/>
                <a:gd name="connsiteX46" fmla="*/ 2095500 w 3022600"/>
                <a:gd name="connsiteY46" fmla="*/ 1333500 h 1435100"/>
                <a:gd name="connsiteX47" fmla="*/ 2247900 w 3022600"/>
                <a:gd name="connsiteY47" fmla="*/ 1308100 h 1435100"/>
                <a:gd name="connsiteX48" fmla="*/ 2590800 w 3022600"/>
                <a:gd name="connsiteY48" fmla="*/ 1193800 h 1435100"/>
                <a:gd name="connsiteX49" fmla="*/ 2705100 w 3022600"/>
                <a:gd name="connsiteY49" fmla="*/ 1155700 h 1435100"/>
                <a:gd name="connsiteX50" fmla="*/ 2743200 w 3022600"/>
                <a:gd name="connsiteY50" fmla="*/ 1143000 h 1435100"/>
                <a:gd name="connsiteX51" fmla="*/ 2781300 w 3022600"/>
                <a:gd name="connsiteY51" fmla="*/ 1117600 h 1435100"/>
                <a:gd name="connsiteX52" fmla="*/ 2857500 w 3022600"/>
                <a:gd name="connsiteY52" fmla="*/ 1092200 h 1435100"/>
                <a:gd name="connsiteX53" fmla="*/ 2895600 w 3022600"/>
                <a:gd name="connsiteY53" fmla="*/ 1079500 h 1435100"/>
                <a:gd name="connsiteX54" fmla="*/ 2946400 w 3022600"/>
                <a:gd name="connsiteY54" fmla="*/ 1003300 h 1435100"/>
                <a:gd name="connsiteX55" fmla="*/ 2971800 w 3022600"/>
                <a:gd name="connsiteY55" fmla="*/ 914400 h 1435100"/>
                <a:gd name="connsiteX56" fmla="*/ 2997200 w 3022600"/>
                <a:gd name="connsiteY56" fmla="*/ 876300 h 1435100"/>
                <a:gd name="connsiteX57" fmla="*/ 3022600 w 3022600"/>
                <a:gd name="connsiteY57" fmla="*/ 774700 h 1435100"/>
                <a:gd name="connsiteX58" fmla="*/ 2997200 w 3022600"/>
                <a:gd name="connsiteY58" fmla="*/ 584200 h 1435100"/>
                <a:gd name="connsiteX59" fmla="*/ 2971800 w 3022600"/>
                <a:gd name="connsiteY59" fmla="*/ 508000 h 1435100"/>
                <a:gd name="connsiteX60" fmla="*/ 2933700 w 3022600"/>
                <a:gd name="connsiteY60" fmla="*/ 482600 h 1435100"/>
                <a:gd name="connsiteX61" fmla="*/ 2882900 w 3022600"/>
                <a:gd name="connsiteY61" fmla="*/ 419100 h 1435100"/>
                <a:gd name="connsiteX62" fmla="*/ 2857500 w 3022600"/>
                <a:gd name="connsiteY62" fmla="*/ 381000 h 1435100"/>
                <a:gd name="connsiteX63" fmla="*/ 2819400 w 3022600"/>
                <a:gd name="connsiteY63" fmla="*/ 342900 h 1435100"/>
                <a:gd name="connsiteX64" fmla="*/ 2755900 w 3022600"/>
                <a:gd name="connsiteY64" fmla="*/ 279400 h 1435100"/>
                <a:gd name="connsiteX65" fmla="*/ 2667000 w 3022600"/>
                <a:gd name="connsiteY65" fmla="*/ 190500 h 1435100"/>
                <a:gd name="connsiteX66" fmla="*/ 2552700 w 3022600"/>
                <a:gd name="connsiteY66" fmla="*/ 114300 h 1435100"/>
                <a:gd name="connsiteX67" fmla="*/ 2514600 w 3022600"/>
                <a:gd name="connsiteY67" fmla="*/ 88900 h 1435100"/>
                <a:gd name="connsiteX68" fmla="*/ 2476500 w 3022600"/>
                <a:gd name="connsiteY68" fmla="*/ 76200 h 1435100"/>
                <a:gd name="connsiteX69" fmla="*/ 2387600 w 3022600"/>
                <a:gd name="connsiteY69" fmla="*/ 50800 h 1435100"/>
                <a:gd name="connsiteX70" fmla="*/ 2374900 w 3022600"/>
                <a:gd name="connsiteY70" fmla="*/ 38100 h 143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022600" h="1435100">
                  <a:moveTo>
                    <a:pt x="2374900" y="38100"/>
                  </a:moveTo>
                  <a:lnTo>
                    <a:pt x="2374900" y="38100"/>
                  </a:lnTo>
                  <a:cubicBezTo>
                    <a:pt x="2336800" y="33867"/>
                    <a:pt x="2298489" y="31229"/>
                    <a:pt x="2260600" y="25400"/>
                  </a:cubicBezTo>
                  <a:cubicBezTo>
                    <a:pt x="2243348" y="22746"/>
                    <a:pt x="2226973" y="15822"/>
                    <a:pt x="2209800" y="12700"/>
                  </a:cubicBezTo>
                  <a:cubicBezTo>
                    <a:pt x="2180349" y="7345"/>
                    <a:pt x="2150533" y="4233"/>
                    <a:pt x="2120900" y="0"/>
                  </a:cubicBezTo>
                  <a:lnTo>
                    <a:pt x="1028700" y="25400"/>
                  </a:lnTo>
                  <a:cubicBezTo>
                    <a:pt x="998930" y="28534"/>
                    <a:pt x="969433" y="33867"/>
                    <a:pt x="939800" y="38100"/>
                  </a:cubicBezTo>
                  <a:cubicBezTo>
                    <a:pt x="914400" y="46567"/>
                    <a:pt x="889575" y="57006"/>
                    <a:pt x="863600" y="63500"/>
                  </a:cubicBezTo>
                  <a:cubicBezTo>
                    <a:pt x="829733" y="71967"/>
                    <a:pt x="795118" y="77861"/>
                    <a:pt x="762000" y="88900"/>
                  </a:cubicBezTo>
                  <a:cubicBezTo>
                    <a:pt x="749300" y="93133"/>
                    <a:pt x="735874" y="95613"/>
                    <a:pt x="723900" y="101600"/>
                  </a:cubicBezTo>
                  <a:cubicBezTo>
                    <a:pt x="710248" y="108426"/>
                    <a:pt x="699829" y="120987"/>
                    <a:pt x="685800" y="127000"/>
                  </a:cubicBezTo>
                  <a:cubicBezTo>
                    <a:pt x="669757" y="133876"/>
                    <a:pt x="651718" y="134684"/>
                    <a:pt x="635000" y="139700"/>
                  </a:cubicBezTo>
                  <a:cubicBezTo>
                    <a:pt x="480402" y="186079"/>
                    <a:pt x="625089" y="148528"/>
                    <a:pt x="508000" y="177800"/>
                  </a:cubicBezTo>
                  <a:cubicBezTo>
                    <a:pt x="398811" y="250593"/>
                    <a:pt x="536960" y="163320"/>
                    <a:pt x="431800" y="215900"/>
                  </a:cubicBezTo>
                  <a:cubicBezTo>
                    <a:pt x="418148" y="222726"/>
                    <a:pt x="407352" y="234474"/>
                    <a:pt x="393700" y="241300"/>
                  </a:cubicBezTo>
                  <a:cubicBezTo>
                    <a:pt x="381726" y="247287"/>
                    <a:pt x="367302" y="247499"/>
                    <a:pt x="355600" y="254000"/>
                  </a:cubicBezTo>
                  <a:cubicBezTo>
                    <a:pt x="328915" y="268825"/>
                    <a:pt x="304800" y="287867"/>
                    <a:pt x="279400" y="304800"/>
                  </a:cubicBezTo>
                  <a:cubicBezTo>
                    <a:pt x="266700" y="313267"/>
                    <a:pt x="252093" y="319407"/>
                    <a:pt x="241300" y="330200"/>
                  </a:cubicBezTo>
                  <a:cubicBezTo>
                    <a:pt x="228600" y="342900"/>
                    <a:pt x="216998" y="356802"/>
                    <a:pt x="203200" y="368300"/>
                  </a:cubicBezTo>
                  <a:cubicBezTo>
                    <a:pt x="191474" y="378071"/>
                    <a:pt x="176826" y="383929"/>
                    <a:pt x="165100" y="393700"/>
                  </a:cubicBezTo>
                  <a:cubicBezTo>
                    <a:pt x="67314" y="475188"/>
                    <a:pt x="183495" y="394137"/>
                    <a:pt x="88900" y="457200"/>
                  </a:cubicBezTo>
                  <a:cubicBezTo>
                    <a:pt x="80433" y="469900"/>
                    <a:pt x="74293" y="484507"/>
                    <a:pt x="63500" y="495300"/>
                  </a:cubicBezTo>
                  <a:cubicBezTo>
                    <a:pt x="52707" y="506093"/>
                    <a:pt x="33490" y="507757"/>
                    <a:pt x="25400" y="520700"/>
                  </a:cubicBezTo>
                  <a:cubicBezTo>
                    <a:pt x="11210" y="543404"/>
                    <a:pt x="0" y="596900"/>
                    <a:pt x="0" y="596900"/>
                  </a:cubicBezTo>
                  <a:cubicBezTo>
                    <a:pt x="4233" y="613833"/>
                    <a:pt x="4894" y="632088"/>
                    <a:pt x="12700" y="647700"/>
                  </a:cubicBezTo>
                  <a:cubicBezTo>
                    <a:pt x="32929" y="688158"/>
                    <a:pt x="65762" y="732135"/>
                    <a:pt x="101600" y="762000"/>
                  </a:cubicBezTo>
                  <a:cubicBezTo>
                    <a:pt x="113326" y="771771"/>
                    <a:pt x="127000" y="778933"/>
                    <a:pt x="139700" y="787400"/>
                  </a:cubicBezTo>
                  <a:cubicBezTo>
                    <a:pt x="162053" y="854460"/>
                    <a:pt x="144974" y="814361"/>
                    <a:pt x="203200" y="901700"/>
                  </a:cubicBezTo>
                  <a:lnTo>
                    <a:pt x="254000" y="977900"/>
                  </a:lnTo>
                  <a:cubicBezTo>
                    <a:pt x="262467" y="990600"/>
                    <a:pt x="266700" y="1007533"/>
                    <a:pt x="279400" y="1016000"/>
                  </a:cubicBezTo>
                  <a:lnTo>
                    <a:pt x="317500" y="1041400"/>
                  </a:lnTo>
                  <a:cubicBezTo>
                    <a:pt x="327829" y="1072388"/>
                    <a:pt x="330981" y="1092981"/>
                    <a:pt x="355600" y="1117600"/>
                  </a:cubicBezTo>
                  <a:cubicBezTo>
                    <a:pt x="370567" y="1132567"/>
                    <a:pt x="390329" y="1141925"/>
                    <a:pt x="406400" y="1155700"/>
                  </a:cubicBezTo>
                  <a:cubicBezTo>
                    <a:pt x="502324" y="1237921"/>
                    <a:pt x="373616" y="1147910"/>
                    <a:pt x="508000" y="1231900"/>
                  </a:cubicBezTo>
                  <a:cubicBezTo>
                    <a:pt x="554380" y="1260888"/>
                    <a:pt x="541716" y="1259050"/>
                    <a:pt x="596900" y="1282700"/>
                  </a:cubicBezTo>
                  <a:cubicBezTo>
                    <a:pt x="609205" y="1287973"/>
                    <a:pt x="623026" y="1289413"/>
                    <a:pt x="635000" y="1295400"/>
                  </a:cubicBezTo>
                  <a:cubicBezTo>
                    <a:pt x="708693" y="1332246"/>
                    <a:pt x="634839" y="1312802"/>
                    <a:pt x="723900" y="1346200"/>
                  </a:cubicBezTo>
                  <a:cubicBezTo>
                    <a:pt x="740243" y="1352329"/>
                    <a:pt x="758141" y="1353380"/>
                    <a:pt x="774700" y="1358900"/>
                  </a:cubicBezTo>
                  <a:cubicBezTo>
                    <a:pt x="796327" y="1366109"/>
                    <a:pt x="817368" y="1375041"/>
                    <a:pt x="838200" y="1384300"/>
                  </a:cubicBezTo>
                  <a:cubicBezTo>
                    <a:pt x="855500" y="1391989"/>
                    <a:pt x="871039" y="1403713"/>
                    <a:pt x="889000" y="1409700"/>
                  </a:cubicBezTo>
                  <a:cubicBezTo>
                    <a:pt x="909478" y="1416526"/>
                    <a:pt x="931559" y="1417165"/>
                    <a:pt x="952500" y="1422400"/>
                  </a:cubicBezTo>
                  <a:cubicBezTo>
                    <a:pt x="965487" y="1425647"/>
                    <a:pt x="977900" y="1430867"/>
                    <a:pt x="990600" y="1435100"/>
                  </a:cubicBezTo>
                  <a:cubicBezTo>
                    <a:pt x="1223597" y="1401815"/>
                    <a:pt x="890217" y="1447665"/>
                    <a:pt x="1231900" y="1409700"/>
                  </a:cubicBezTo>
                  <a:cubicBezTo>
                    <a:pt x="1403280" y="1390658"/>
                    <a:pt x="1220912" y="1404392"/>
                    <a:pt x="1371600" y="1384300"/>
                  </a:cubicBezTo>
                  <a:cubicBezTo>
                    <a:pt x="1413771" y="1378677"/>
                    <a:pt x="1456099" y="1373532"/>
                    <a:pt x="1498600" y="1371600"/>
                  </a:cubicBezTo>
                  <a:cubicBezTo>
                    <a:pt x="1642447" y="1365061"/>
                    <a:pt x="1786467" y="1363133"/>
                    <a:pt x="1930400" y="1358900"/>
                  </a:cubicBezTo>
                  <a:cubicBezTo>
                    <a:pt x="2123508" y="1334762"/>
                    <a:pt x="1954205" y="1358434"/>
                    <a:pt x="2095500" y="1333500"/>
                  </a:cubicBezTo>
                  <a:cubicBezTo>
                    <a:pt x="2146217" y="1324550"/>
                    <a:pt x="2199042" y="1324386"/>
                    <a:pt x="2247900" y="1308100"/>
                  </a:cubicBezTo>
                  <a:lnTo>
                    <a:pt x="2590800" y="1193800"/>
                  </a:lnTo>
                  <a:lnTo>
                    <a:pt x="2705100" y="1155700"/>
                  </a:lnTo>
                  <a:cubicBezTo>
                    <a:pt x="2717800" y="1151467"/>
                    <a:pt x="2732061" y="1150426"/>
                    <a:pt x="2743200" y="1143000"/>
                  </a:cubicBezTo>
                  <a:cubicBezTo>
                    <a:pt x="2755900" y="1134533"/>
                    <a:pt x="2767352" y="1123799"/>
                    <a:pt x="2781300" y="1117600"/>
                  </a:cubicBezTo>
                  <a:cubicBezTo>
                    <a:pt x="2805766" y="1106726"/>
                    <a:pt x="2832100" y="1100667"/>
                    <a:pt x="2857500" y="1092200"/>
                  </a:cubicBezTo>
                  <a:lnTo>
                    <a:pt x="2895600" y="1079500"/>
                  </a:lnTo>
                  <a:cubicBezTo>
                    <a:pt x="2912533" y="1054100"/>
                    <a:pt x="2938996" y="1032916"/>
                    <a:pt x="2946400" y="1003300"/>
                  </a:cubicBezTo>
                  <a:cubicBezTo>
                    <a:pt x="2950469" y="987024"/>
                    <a:pt x="2962690" y="932620"/>
                    <a:pt x="2971800" y="914400"/>
                  </a:cubicBezTo>
                  <a:cubicBezTo>
                    <a:pt x="2978626" y="900748"/>
                    <a:pt x="2990374" y="889952"/>
                    <a:pt x="2997200" y="876300"/>
                  </a:cubicBezTo>
                  <a:cubicBezTo>
                    <a:pt x="3010217" y="850265"/>
                    <a:pt x="3017770" y="798852"/>
                    <a:pt x="3022600" y="774700"/>
                  </a:cubicBezTo>
                  <a:cubicBezTo>
                    <a:pt x="3018372" y="736645"/>
                    <a:pt x="3008601" y="629805"/>
                    <a:pt x="2997200" y="584200"/>
                  </a:cubicBezTo>
                  <a:cubicBezTo>
                    <a:pt x="2990706" y="558225"/>
                    <a:pt x="2994077" y="522852"/>
                    <a:pt x="2971800" y="508000"/>
                  </a:cubicBezTo>
                  <a:lnTo>
                    <a:pt x="2933700" y="482600"/>
                  </a:lnTo>
                  <a:cubicBezTo>
                    <a:pt x="2908976" y="408427"/>
                    <a:pt x="2940345" y="476545"/>
                    <a:pt x="2882900" y="419100"/>
                  </a:cubicBezTo>
                  <a:cubicBezTo>
                    <a:pt x="2872107" y="408307"/>
                    <a:pt x="2867271" y="392726"/>
                    <a:pt x="2857500" y="381000"/>
                  </a:cubicBezTo>
                  <a:cubicBezTo>
                    <a:pt x="2846002" y="367202"/>
                    <a:pt x="2830898" y="356698"/>
                    <a:pt x="2819400" y="342900"/>
                  </a:cubicBezTo>
                  <a:cubicBezTo>
                    <a:pt x="2766483" y="279400"/>
                    <a:pt x="2825750" y="325967"/>
                    <a:pt x="2755900" y="279400"/>
                  </a:cubicBezTo>
                  <a:cubicBezTo>
                    <a:pt x="2733547" y="212340"/>
                    <a:pt x="2754339" y="248726"/>
                    <a:pt x="2667000" y="190500"/>
                  </a:cubicBezTo>
                  <a:lnTo>
                    <a:pt x="2552700" y="114300"/>
                  </a:lnTo>
                  <a:cubicBezTo>
                    <a:pt x="2540000" y="105833"/>
                    <a:pt x="2529080" y="93727"/>
                    <a:pt x="2514600" y="88900"/>
                  </a:cubicBezTo>
                  <a:cubicBezTo>
                    <a:pt x="2501900" y="84667"/>
                    <a:pt x="2489372" y="79878"/>
                    <a:pt x="2476500" y="76200"/>
                  </a:cubicBezTo>
                  <a:cubicBezTo>
                    <a:pt x="2434351" y="64157"/>
                    <a:pt x="2425663" y="66025"/>
                    <a:pt x="2387600" y="50800"/>
                  </a:cubicBezTo>
                  <a:cubicBezTo>
                    <a:pt x="2378811" y="47284"/>
                    <a:pt x="2377017" y="40217"/>
                    <a:pt x="2374900" y="38100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" name="Oval 105"/>
            <p:cNvSpPr/>
            <p:nvPr/>
          </p:nvSpPr>
          <p:spPr>
            <a:xfrm>
              <a:off x="1019149" y="3643804"/>
              <a:ext cx="171264" cy="1944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7" name="Oval 106"/>
            <p:cNvSpPr/>
            <p:nvPr/>
          </p:nvSpPr>
          <p:spPr>
            <a:xfrm>
              <a:off x="3418705" y="3862800"/>
              <a:ext cx="171264" cy="1944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8" name="Oval 107"/>
            <p:cNvSpPr/>
            <p:nvPr/>
          </p:nvSpPr>
          <p:spPr>
            <a:xfrm>
              <a:off x="3252071" y="3424810"/>
              <a:ext cx="171264" cy="1944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9" name="Oval 108"/>
            <p:cNvSpPr/>
            <p:nvPr/>
          </p:nvSpPr>
          <p:spPr>
            <a:xfrm>
              <a:off x="1544060" y="3383174"/>
              <a:ext cx="123116" cy="1388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0" name="Oval 109"/>
            <p:cNvSpPr/>
            <p:nvPr/>
          </p:nvSpPr>
          <p:spPr>
            <a:xfrm>
              <a:off x="1713010" y="4154801"/>
              <a:ext cx="123116" cy="1388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11" name="Straight Arrow Connector 110"/>
            <p:cNvCxnSpPr>
              <a:endCxn id="106" idx="2"/>
            </p:cNvCxnSpPr>
            <p:nvPr/>
          </p:nvCxnSpPr>
          <p:spPr>
            <a:xfrm>
              <a:off x="752541" y="3741053"/>
              <a:ext cx="26660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4672139" y="5152672"/>
            <a:ext cx="3035300" cy="1242080"/>
            <a:chOff x="4802806" y="3295694"/>
            <a:chExt cx="3035300" cy="1242080"/>
          </a:xfrm>
        </p:grpSpPr>
        <p:sp>
          <p:nvSpPr>
            <p:cNvPr id="113" name="Freeform 112"/>
            <p:cNvSpPr/>
            <p:nvPr/>
          </p:nvSpPr>
          <p:spPr>
            <a:xfrm>
              <a:off x="4802806" y="3295694"/>
              <a:ext cx="3035300" cy="1242080"/>
            </a:xfrm>
            <a:custGeom>
              <a:avLst/>
              <a:gdLst>
                <a:gd name="connsiteX0" fmla="*/ 2286000 w 3035300"/>
                <a:gd name="connsiteY0" fmla="*/ 76200 h 1242080"/>
                <a:gd name="connsiteX1" fmla="*/ 2286000 w 3035300"/>
                <a:gd name="connsiteY1" fmla="*/ 76200 h 1242080"/>
                <a:gd name="connsiteX2" fmla="*/ 2184400 w 3035300"/>
                <a:gd name="connsiteY2" fmla="*/ 38100 h 1242080"/>
                <a:gd name="connsiteX3" fmla="*/ 2108200 w 3035300"/>
                <a:gd name="connsiteY3" fmla="*/ 12700 h 1242080"/>
                <a:gd name="connsiteX4" fmla="*/ 1968500 w 3035300"/>
                <a:gd name="connsiteY4" fmla="*/ 0 h 1242080"/>
                <a:gd name="connsiteX5" fmla="*/ 1231900 w 3035300"/>
                <a:gd name="connsiteY5" fmla="*/ 12700 h 1242080"/>
                <a:gd name="connsiteX6" fmla="*/ 635000 w 3035300"/>
                <a:gd name="connsiteY6" fmla="*/ 38100 h 1242080"/>
                <a:gd name="connsiteX7" fmla="*/ 508000 w 3035300"/>
                <a:gd name="connsiteY7" fmla="*/ 50800 h 1242080"/>
                <a:gd name="connsiteX8" fmla="*/ 342900 w 3035300"/>
                <a:gd name="connsiteY8" fmla="*/ 88900 h 1242080"/>
                <a:gd name="connsiteX9" fmla="*/ 228600 w 3035300"/>
                <a:gd name="connsiteY9" fmla="*/ 114300 h 1242080"/>
                <a:gd name="connsiteX10" fmla="*/ 114300 w 3035300"/>
                <a:gd name="connsiteY10" fmla="*/ 177800 h 1242080"/>
                <a:gd name="connsiteX11" fmla="*/ 76200 w 3035300"/>
                <a:gd name="connsiteY11" fmla="*/ 203200 h 1242080"/>
                <a:gd name="connsiteX12" fmla="*/ 38100 w 3035300"/>
                <a:gd name="connsiteY12" fmla="*/ 228600 h 1242080"/>
                <a:gd name="connsiteX13" fmla="*/ 25400 w 3035300"/>
                <a:gd name="connsiteY13" fmla="*/ 279400 h 1242080"/>
                <a:gd name="connsiteX14" fmla="*/ 0 w 3035300"/>
                <a:gd name="connsiteY14" fmla="*/ 368300 h 1242080"/>
                <a:gd name="connsiteX15" fmla="*/ 38100 w 3035300"/>
                <a:gd name="connsiteY15" fmla="*/ 444500 h 1242080"/>
                <a:gd name="connsiteX16" fmla="*/ 114300 w 3035300"/>
                <a:gd name="connsiteY16" fmla="*/ 596900 h 1242080"/>
                <a:gd name="connsiteX17" fmla="*/ 165100 w 3035300"/>
                <a:gd name="connsiteY17" fmla="*/ 635000 h 1242080"/>
                <a:gd name="connsiteX18" fmla="*/ 215900 w 3035300"/>
                <a:gd name="connsiteY18" fmla="*/ 711200 h 1242080"/>
                <a:gd name="connsiteX19" fmla="*/ 292100 w 3035300"/>
                <a:gd name="connsiteY19" fmla="*/ 774700 h 1242080"/>
                <a:gd name="connsiteX20" fmla="*/ 330200 w 3035300"/>
                <a:gd name="connsiteY20" fmla="*/ 812800 h 1242080"/>
                <a:gd name="connsiteX21" fmla="*/ 368300 w 3035300"/>
                <a:gd name="connsiteY21" fmla="*/ 825500 h 1242080"/>
                <a:gd name="connsiteX22" fmla="*/ 406400 w 3035300"/>
                <a:gd name="connsiteY22" fmla="*/ 850900 h 1242080"/>
                <a:gd name="connsiteX23" fmla="*/ 469900 w 3035300"/>
                <a:gd name="connsiteY23" fmla="*/ 901700 h 1242080"/>
                <a:gd name="connsiteX24" fmla="*/ 596900 w 3035300"/>
                <a:gd name="connsiteY24" fmla="*/ 977900 h 1242080"/>
                <a:gd name="connsiteX25" fmla="*/ 647700 w 3035300"/>
                <a:gd name="connsiteY25" fmla="*/ 990600 h 1242080"/>
                <a:gd name="connsiteX26" fmla="*/ 723900 w 3035300"/>
                <a:gd name="connsiteY26" fmla="*/ 1028700 h 1242080"/>
                <a:gd name="connsiteX27" fmla="*/ 774700 w 3035300"/>
                <a:gd name="connsiteY27" fmla="*/ 1054100 h 1242080"/>
                <a:gd name="connsiteX28" fmla="*/ 825500 w 3035300"/>
                <a:gd name="connsiteY28" fmla="*/ 1066800 h 1242080"/>
                <a:gd name="connsiteX29" fmla="*/ 863600 w 3035300"/>
                <a:gd name="connsiteY29" fmla="*/ 1079500 h 1242080"/>
                <a:gd name="connsiteX30" fmla="*/ 977900 w 3035300"/>
                <a:gd name="connsiteY30" fmla="*/ 1104900 h 1242080"/>
                <a:gd name="connsiteX31" fmla="*/ 1028700 w 3035300"/>
                <a:gd name="connsiteY31" fmla="*/ 1130300 h 1242080"/>
                <a:gd name="connsiteX32" fmla="*/ 1092200 w 3035300"/>
                <a:gd name="connsiteY32" fmla="*/ 1143000 h 1242080"/>
                <a:gd name="connsiteX33" fmla="*/ 1219200 w 3035300"/>
                <a:gd name="connsiteY33" fmla="*/ 1168400 h 1242080"/>
                <a:gd name="connsiteX34" fmla="*/ 1397000 w 3035300"/>
                <a:gd name="connsiteY34" fmla="*/ 1193800 h 1242080"/>
                <a:gd name="connsiteX35" fmla="*/ 1435100 w 3035300"/>
                <a:gd name="connsiteY35" fmla="*/ 1206500 h 1242080"/>
                <a:gd name="connsiteX36" fmla="*/ 2286000 w 3035300"/>
                <a:gd name="connsiteY36" fmla="*/ 1206500 h 1242080"/>
                <a:gd name="connsiteX37" fmla="*/ 2451100 w 3035300"/>
                <a:gd name="connsiteY37" fmla="*/ 1168400 h 1242080"/>
                <a:gd name="connsiteX38" fmla="*/ 2527300 w 3035300"/>
                <a:gd name="connsiteY38" fmla="*/ 1155700 h 1242080"/>
                <a:gd name="connsiteX39" fmla="*/ 2603500 w 3035300"/>
                <a:gd name="connsiteY39" fmla="*/ 1130300 h 1242080"/>
                <a:gd name="connsiteX40" fmla="*/ 2641600 w 3035300"/>
                <a:gd name="connsiteY40" fmla="*/ 1117600 h 1242080"/>
                <a:gd name="connsiteX41" fmla="*/ 2717800 w 3035300"/>
                <a:gd name="connsiteY41" fmla="*/ 1079500 h 1242080"/>
                <a:gd name="connsiteX42" fmla="*/ 2794000 w 3035300"/>
                <a:gd name="connsiteY42" fmla="*/ 1028700 h 1242080"/>
                <a:gd name="connsiteX43" fmla="*/ 2832100 w 3035300"/>
                <a:gd name="connsiteY43" fmla="*/ 990600 h 1242080"/>
                <a:gd name="connsiteX44" fmla="*/ 2870200 w 3035300"/>
                <a:gd name="connsiteY44" fmla="*/ 965200 h 1242080"/>
                <a:gd name="connsiteX45" fmla="*/ 2895600 w 3035300"/>
                <a:gd name="connsiteY45" fmla="*/ 927100 h 1242080"/>
                <a:gd name="connsiteX46" fmla="*/ 2959100 w 3035300"/>
                <a:gd name="connsiteY46" fmla="*/ 850900 h 1242080"/>
                <a:gd name="connsiteX47" fmla="*/ 2984500 w 3035300"/>
                <a:gd name="connsiteY47" fmla="*/ 774700 h 1242080"/>
                <a:gd name="connsiteX48" fmla="*/ 3009900 w 3035300"/>
                <a:gd name="connsiteY48" fmla="*/ 698500 h 1242080"/>
                <a:gd name="connsiteX49" fmla="*/ 3022600 w 3035300"/>
                <a:gd name="connsiteY49" fmla="*/ 660400 h 1242080"/>
                <a:gd name="connsiteX50" fmla="*/ 3035300 w 3035300"/>
                <a:gd name="connsiteY50" fmla="*/ 609600 h 1242080"/>
                <a:gd name="connsiteX51" fmla="*/ 3009900 w 3035300"/>
                <a:gd name="connsiteY51" fmla="*/ 520700 h 1242080"/>
                <a:gd name="connsiteX52" fmla="*/ 2921000 w 3035300"/>
                <a:gd name="connsiteY52" fmla="*/ 419100 h 1242080"/>
                <a:gd name="connsiteX53" fmla="*/ 2806700 w 3035300"/>
                <a:gd name="connsiteY53" fmla="*/ 330200 h 1242080"/>
                <a:gd name="connsiteX54" fmla="*/ 2730500 w 3035300"/>
                <a:gd name="connsiteY54" fmla="*/ 279400 h 1242080"/>
                <a:gd name="connsiteX55" fmla="*/ 2692400 w 3035300"/>
                <a:gd name="connsiteY55" fmla="*/ 254000 h 1242080"/>
                <a:gd name="connsiteX56" fmla="*/ 2616200 w 3035300"/>
                <a:gd name="connsiteY56" fmla="*/ 228600 h 1242080"/>
                <a:gd name="connsiteX57" fmla="*/ 2578100 w 3035300"/>
                <a:gd name="connsiteY57" fmla="*/ 203200 h 1242080"/>
                <a:gd name="connsiteX58" fmla="*/ 2501900 w 3035300"/>
                <a:gd name="connsiteY58" fmla="*/ 177800 h 1242080"/>
                <a:gd name="connsiteX59" fmla="*/ 2463800 w 3035300"/>
                <a:gd name="connsiteY59" fmla="*/ 139700 h 1242080"/>
                <a:gd name="connsiteX60" fmla="*/ 2374900 w 3035300"/>
                <a:gd name="connsiteY60" fmla="*/ 101600 h 1242080"/>
                <a:gd name="connsiteX61" fmla="*/ 2286000 w 3035300"/>
                <a:gd name="connsiteY61" fmla="*/ 76200 h 1242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035300" h="1242080">
                  <a:moveTo>
                    <a:pt x="2286000" y="76200"/>
                  </a:moveTo>
                  <a:lnTo>
                    <a:pt x="2286000" y="76200"/>
                  </a:lnTo>
                  <a:lnTo>
                    <a:pt x="2184400" y="38100"/>
                  </a:lnTo>
                  <a:cubicBezTo>
                    <a:pt x="2159186" y="29095"/>
                    <a:pt x="2134864" y="15124"/>
                    <a:pt x="2108200" y="12700"/>
                  </a:cubicBezTo>
                  <a:lnTo>
                    <a:pt x="1968500" y="0"/>
                  </a:lnTo>
                  <a:lnTo>
                    <a:pt x="1231900" y="12700"/>
                  </a:lnTo>
                  <a:cubicBezTo>
                    <a:pt x="827892" y="21296"/>
                    <a:pt x="895884" y="13254"/>
                    <a:pt x="635000" y="38100"/>
                  </a:cubicBezTo>
                  <a:cubicBezTo>
                    <a:pt x="592647" y="42134"/>
                    <a:pt x="550171" y="45177"/>
                    <a:pt x="508000" y="50800"/>
                  </a:cubicBezTo>
                  <a:cubicBezTo>
                    <a:pt x="451170" y="58377"/>
                    <a:pt x="399295" y="77621"/>
                    <a:pt x="342900" y="88900"/>
                  </a:cubicBezTo>
                  <a:cubicBezTo>
                    <a:pt x="299252" y="97630"/>
                    <a:pt x="270449" y="102343"/>
                    <a:pt x="228600" y="114300"/>
                  </a:cubicBezTo>
                  <a:cubicBezTo>
                    <a:pt x="169922" y="131065"/>
                    <a:pt x="182523" y="132318"/>
                    <a:pt x="114300" y="177800"/>
                  </a:cubicBezTo>
                  <a:lnTo>
                    <a:pt x="76200" y="203200"/>
                  </a:lnTo>
                  <a:lnTo>
                    <a:pt x="38100" y="228600"/>
                  </a:lnTo>
                  <a:cubicBezTo>
                    <a:pt x="33867" y="245533"/>
                    <a:pt x="30195" y="262617"/>
                    <a:pt x="25400" y="279400"/>
                  </a:cubicBezTo>
                  <a:cubicBezTo>
                    <a:pt x="-11039" y="406937"/>
                    <a:pt x="39702" y="209491"/>
                    <a:pt x="0" y="368300"/>
                  </a:cubicBezTo>
                  <a:cubicBezTo>
                    <a:pt x="46317" y="507251"/>
                    <a:pt x="-27552" y="296784"/>
                    <a:pt x="38100" y="444500"/>
                  </a:cubicBezTo>
                  <a:cubicBezTo>
                    <a:pt x="61890" y="498028"/>
                    <a:pt x="61491" y="557293"/>
                    <a:pt x="114300" y="596900"/>
                  </a:cubicBezTo>
                  <a:cubicBezTo>
                    <a:pt x="131233" y="609600"/>
                    <a:pt x="151038" y="619180"/>
                    <a:pt x="165100" y="635000"/>
                  </a:cubicBezTo>
                  <a:cubicBezTo>
                    <a:pt x="185381" y="657816"/>
                    <a:pt x="194314" y="689614"/>
                    <a:pt x="215900" y="711200"/>
                  </a:cubicBezTo>
                  <a:cubicBezTo>
                    <a:pt x="327210" y="822510"/>
                    <a:pt x="186012" y="686293"/>
                    <a:pt x="292100" y="774700"/>
                  </a:cubicBezTo>
                  <a:cubicBezTo>
                    <a:pt x="305898" y="786198"/>
                    <a:pt x="315256" y="802837"/>
                    <a:pt x="330200" y="812800"/>
                  </a:cubicBezTo>
                  <a:cubicBezTo>
                    <a:pt x="341339" y="820226"/>
                    <a:pt x="356326" y="819513"/>
                    <a:pt x="368300" y="825500"/>
                  </a:cubicBezTo>
                  <a:cubicBezTo>
                    <a:pt x="381952" y="832326"/>
                    <a:pt x="393700" y="842433"/>
                    <a:pt x="406400" y="850900"/>
                  </a:cubicBezTo>
                  <a:cubicBezTo>
                    <a:pt x="453332" y="921298"/>
                    <a:pt x="404948" y="865616"/>
                    <a:pt x="469900" y="901700"/>
                  </a:cubicBezTo>
                  <a:cubicBezTo>
                    <a:pt x="531250" y="935783"/>
                    <a:pt x="537775" y="955728"/>
                    <a:pt x="596900" y="977900"/>
                  </a:cubicBezTo>
                  <a:cubicBezTo>
                    <a:pt x="613243" y="984029"/>
                    <a:pt x="630767" y="986367"/>
                    <a:pt x="647700" y="990600"/>
                  </a:cubicBezTo>
                  <a:cubicBezTo>
                    <a:pt x="720919" y="1039413"/>
                    <a:pt x="650288" y="997152"/>
                    <a:pt x="723900" y="1028700"/>
                  </a:cubicBezTo>
                  <a:cubicBezTo>
                    <a:pt x="741301" y="1036158"/>
                    <a:pt x="756973" y="1047453"/>
                    <a:pt x="774700" y="1054100"/>
                  </a:cubicBezTo>
                  <a:cubicBezTo>
                    <a:pt x="791043" y="1060229"/>
                    <a:pt x="808717" y="1062005"/>
                    <a:pt x="825500" y="1066800"/>
                  </a:cubicBezTo>
                  <a:cubicBezTo>
                    <a:pt x="838372" y="1070478"/>
                    <a:pt x="850728" y="1075822"/>
                    <a:pt x="863600" y="1079500"/>
                  </a:cubicBezTo>
                  <a:cubicBezTo>
                    <a:pt x="905449" y="1091457"/>
                    <a:pt x="934252" y="1096170"/>
                    <a:pt x="977900" y="1104900"/>
                  </a:cubicBezTo>
                  <a:cubicBezTo>
                    <a:pt x="994833" y="1113367"/>
                    <a:pt x="1010739" y="1124313"/>
                    <a:pt x="1028700" y="1130300"/>
                  </a:cubicBezTo>
                  <a:cubicBezTo>
                    <a:pt x="1049178" y="1137126"/>
                    <a:pt x="1071128" y="1138317"/>
                    <a:pt x="1092200" y="1143000"/>
                  </a:cubicBezTo>
                  <a:cubicBezTo>
                    <a:pt x="1243827" y="1176695"/>
                    <a:pt x="1013890" y="1131071"/>
                    <a:pt x="1219200" y="1168400"/>
                  </a:cubicBezTo>
                  <a:cubicBezTo>
                    <a:pt x="1346285" y="1191506"/>
                    <a:pt x="1215082" y="1173587"/>
                    <a:pt x="1397000" y="1193800"/>
                  </a:cubicBezTo>
                  <a:cubicBezTo>
                    <a:pt x="1409700" y="1198033"/>
                    <a:pt x="1422228" y="1202822"/>
                    <a:pt x="1435100" y="1206500"/>
                  </a:cubicBezTo>
                  <a:cubicBezTo>
                    <a:pt x="1708010" y="1284474"/>
                    <a:pt x="2028667" y="1210585"/>
                    <a:pt x="2286000" y="1206500"/>
                  </a:cubicBezTo>
                  <a:cubicBezTo>
                    <a:pt x="2356366" y="1183045"/>
                    <a:pt x="2338998" y="1187084"/>
                    <a:pt x="2451100" y="1168400"/>
                  </a:cubicBezTo>
                  <a:cubicBezTo>
                    <a:pt x="2476500" y="1164167"/>
                    <a:pt x="2502318" y="1161945"/>
                    <a:pt x="2527300" y="1155700"/>
                  </a:cubicBezTo>
                  <a:cubicBezTo>
                    <a:pt x="2553275" y="1149206"/>
                    <a:pt x="2578100" y="1138767"/>
                    <a:pt x="2603500" y="1130300"/>
                  </a:cubicBezTo>
                  <a:cubicBezTo>
                    <a:pt x="2616200" y="1126067"/>
                    <a:pt x="2630461" y="1125026"/>
                    <a:pt x="2641600" y="1117600"/>
                  </a:cubicBezTo>
                  <a:cubicBezTo>
                    <a:pt x="2690839" y="1084774"/>
                    <a:pt x="2665220" y="1097027"/>
                    <a:pt x="2717800" y="1079500"/>
                  </a:cubicBezTo>
                  <a:cubicBezTo>
                    <a:pt x="2839343" y="957957"/>
                    <a:pt x="2683722" y="1102218"/>
                    <a:pt x="2794000" y="1028700"/>
                  </a:cubicBezTo>
                  <a:cubicBezTo>
                    <a:pt x="2808944" y="1018737"/>
                    <a:pt x="2818302" y="1002098"/>
                    <a:pt x="2832100" y="990600"/>
                  </a:cubicBezTo>
                  <a:cubicBezTo>
                    <a:pt x="2843826" y="980829"/>
                    <a:pt x="2857500" y="973667"/>
                    <a:pt x="2870200" y="965200"/>
                  </a:cubicBezTo>
                  <a:cubicBezTo>
                    <a:pt x="2878667" y="952500"/>
                    <a:pt x="2885829" y="938826"/>
                    <a:pt x="2895600" y="927100"/>
                  </a:cubicBezTo>
                  <a:cubicBezTo>
                    <a:pt x="2924084" y="892920"/>
                    <a:pt x="2941082" y="891441"/>
                    <a:pt x="2959100" y="850900"/>
                  </a:cubicBezTo>
                  <a:cubicBezTo>
                    <a:pt x="2969974" y="826434"/>
                    <a:pt x="2976033" y="800100"/>
                    <a:pt x="2984500" y="774700"/>
                  </a:cubicBezTo>
                  <a:lnTo>
                    <a:pt x="3009900" y="698500"/>
                  </a:lnTo>
                  <a:cubicBezTo>
                    <a:pt x="3014133" y="685800"/>
                    <a:pt x="3019353" y="673387"/>
                    <a:pt x="3022600" y="660400"/>
                  </a:cubicBezTo>
                  <a:lnTo>
                    <a:pt x="3035300" y="609600"/>
                  </a:lnTo>
                  <a:cubicBezTo>
                    <a:pt x="3032311" y="597643"/>
                    <a:pt x="3018182" y="535607"/>
                    <a:pt x="3009900" y="520700"/>
                  </a:cubicBezTo>
                  <a:cubicBezTo>
                    <a:pt x="2947130" y="407714"/>
                    <a:pt x="2986252" y="473476"/>
                    <a:pt x="2921000" y="419100"/>
                  </a:cubicBezTo>
                  <a:cubicBezTo>
                    <a:pt x="2801628" y="319624"/>
                    <a:pt x="2999290" y="458594"/>
                    <a:pt x="2806700" y="330200"/>
                  </a:cubicBezTo>
                  <a:lnTo>
                    <a:pt x="2730500" y="279400"/>
                  </a:lnTo>
                  <a:cubicBezTo>
                    <a:pt x="2717800" y="270933"/>
                    <a:pt x="2706880" y="258827"/>
                    <a:pt x="2692400" y="254000"/>
                  </a:cubicBezTo>
                  <a:cubicBezTo>
                    <a:pt x="2667000" y="245533"/>
                    <a:pt x="2638477" y="243452"/>
                    <a:pt x="2616200" y="228600"/>
                  </a:cubicBezTo>
                  <a:cubicBezTo>
                    <a:pt x="2603500" y="220133"/>
                    <a:pt x="2592048" y="209399"/>
                    <a:pt x="2578100" y="203200"/>
                  </a:cubicBezTo>
                  <a:cubicBezTo>
                    <a:pt x="2553634" y="192326"/>
                    <a:pt x="2501900" y="177800"/>
                    <a:pt x="2501900" y="177800"/>
                  </a:cubicBezTo>
                  <a:cubicBezTo>
                    <a:pt x="2489200" y="165100"/>
                    <a:pt x="2479500" y="148422"/>
                    <a:pt x="2463800" y="139700"/>
                  </a:cubicBezTo>
                  <a:cubicBezTo>
                    <a:pt x="2340981" y="71467"/>
                    <a:pt x="2415686" y="142386"/>
                    <a:pt x="2374900" y="101600"/>
                  </a:cubicBezTo>
                  <a:lnTo>
                    <a:pt x="2286000" y="762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6981009" y="3458199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5" name="Oval 114"/>
            <p:cNvSpPr/>
            <p:nvPr/>
          </p:nvSpPr>
          <p:spPr>
            <a:xfrm>
              <a:off x="4925838" y="366741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6" name="Oval 115"/>
            <p:cNvSpPr/>
            <p:nvPr/>
          </p:nvSpPr>
          <p:spPr>
            <a:xfrm>
              <a:off x="7080870" y="4131009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7" name="Oval 116"/>
            <p:cNvSpPr/>
            <p:nvPr/>
          </p:nvSpPr>
          <p:spPr>
            <a:xfrm>
              <a:off x="7397651" y="3800809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8" name="Oval 117"/>
            <p:cNvSpPr/>
            <p:nvPr/>
          </p:nvSpPr>
          <p:spPr>
            <a:xfrm>
              <a:off x="5626393" y="3390287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9" name="Oval 118"/>
            <p:cNvSpPr/>
            <p:nvPr/>
          </p:nvSpPr>
          <p:spPr>
            <a:xfrm>
              <a:off x="5610215" y="4185395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0" name="Oval 119"/>
            <p:cNvSpPr/>
            <p:nvPr/>
          </p:nvSpPr>
          <p:spPr>
            <a:xfrm>
              <a:off x="7026404" y="350053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1" name="Oval 120"/>
            <p:cNvSpPr/>
            <p:nvPr/>
          </p:nvSpPr>
          <p:spPr>
            <a:xfrm>
              <a:off x="7126265" y="4185395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2" name="Oval 121"/>
            <p:cNvSpPr/>
            <p:nvPr/>
          </p:nvSpPr>
          <p:spPr>
            <a:xfrm>
              <a:off x="7440362" y="3850245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23" name="Straight Arrow Connector 122"/>
          <p:cNvCxnSpPr/>
          <p:nvPr/>
        </p:nvCxnSpPr>
        <p:spPr>
          <a:xfrm>
            <a:off x="4513389" y="5619500"/>
            <a:ext cx="274311" cy="0"/>
          </a:xfrm>
          <a:prstGeom prst="straightConnector1">
            <a:avLst/>
          </a:prstGeom>
          <a:ln w="285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108" idx="6"/>
          </p:cNvCxnSpPr>
          <p:nvPr/>
        </p:nvCxnSpPr>
        <p:spPr>
          <a:xfrm>
            <a:off x="3423335" y="5386661"/>
            <a:ext cx="1351878" cy="1773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>
            <a:stCxn id="107" idx="6"/>
          </p:cNvCxnSpPr>
          <p:nvPr/>
        </p:nvCxnSpPr>
        <p:spPr>
          <a:xfrm flipV="1">
            <a:off x="3589969" y="5687555"/>
            <a:ext cx="1185244" cy="13709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Rectangle 130"/>
              <p:cNvSpPr/>
              <p:nvPr/>
            </p:nvSpPr>
            <p:spPr>
              <a:xfrm>
                <a:off x="8363810" y="6113129"/>
                <a:ext cx="3269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Doesn’t work:  Where to split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131" name="Rectangle 1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810" y="6113129"/>
                <a:ext cx="3269806" cy="369332"/>
              </a:xfrm>
              <a:prstGeom prst="rect">
                <a:avLst/>
              </a:prstGeom>
              <a:blipFill>
                <a:blip r:embed="rId11"/>
                <a:stretch>
                  <a:fillRect l="-1493" t="-10000" r="-9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560946" y="2945263"/>
            <a:ext cx="7555101" cy="1681130"/>
          </a:xfrm>
          <a:prstGeom prst="rect">
            <a:avLst/>
          </a:prstGeom>
          <a:solidFill>
            <a:schemeClr val="bg1">
              <a:alpha val="50196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😭 Loudly Crying Face Emoji on Facebook 3.0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5590" y="5851055"/>
            <a:ext cx="531980" cy="531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8775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4" grpId="0" build="p"/>
      <p:bldP spid="102" grpId="0" animBg="1"/>
      <p:bldP spid="102" grpId="1" animBg="1"/>
      <p:bldP spid="103" grpId="0" animBg="1"/>
      <p:bldP spid="103" grpId="1" animBg="1"/>
      <p:bldP spid="131" grpId="0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80844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0" y="1134089"/>
                <a:ext cx="9155939" cy="3077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1" spc="200" dirty="0">
                    <a:latin typeface="+mj-lt"/>
                  </a:rPr>
                  <a:t>Introduction, outline, mechanics, expectations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1" spc="200" dirty="0">
                    <a:latin typeface="+mj-lt"/>
                  </a:rPr>
                  <a:t>Finite Automata, formal definition, regular languages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1" spc="200" dirty="0">
                    <a:latin typeface="+mj-lt"/>
                  </a:rPr>
                  <a:t>Regular Operations and Regular Expressions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1" spc="200" dirty="0">
                    <a:latin typeface="+mj-lt"/>
                  </a:rPr>
                  <a:t>Proved: Class of regular languages is closed under </a:t>
                </a:r>
                <a14:m>
                  <m:oMath xmlns:m="http://schemas.openxmlformats.org/officeDocument/2006/math">
                    <m:r>
                      <a:rPr lang="en-US" sz="2400" b="1" i="1" spc="200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endParaRPr lang="en-US" sz="2400" b="1" spc="200" dirty="0">
                  <a:latin typeface="+mj-lt"/>
                </a:endParaRP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1" spc="200" dirty="0">
                    <a:latin typeface="+mj-lt"/>
                  </a:rPr>
                  <a:t>Started: Closure under </a:t>
                </a:r>
                <a14:m>
                  <m:oMath xmlns:m="http://schemas.openxmlformats.org/officeDocument/2006/math">
                    <m:r>
                      <a:rPr lang="en-US" sz="2400" b="1" i="1" spc="200" smtClean="0"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en-US" sz="2400" b="1" spc="200" dirty="0">
                    <a:latin typeface="+mj-lt"/>
                  </a:rPr>
                  <a:t> , to be continued… </a:t>
                </a:r>
              </a:p>
              <a:p>
                <a:pPr>
                  <a:spcBef>
                    <a:spcPts val="1200"/>
                  </a:spcBef>
                </a:pPr>
                <a:endParaRPr lang="en-US" sz="2400" b="1" spc="2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34089"/>
                <a:ext cx="9155939" cy="3077766"/>
              </a:xfrm>
              <a:prstGeom prst="rect">
                <a:avLst/>
              </a:prstGeom>
              <a:blipFill>
                <a:blip r:embed="rId3"/>
                <a:stretch>
                  <a:fillRect l="-1065" t="-1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388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984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19675</TotalTime>
  <Words>1041</Words>
  <Application>Microsoft Office PowerPoint</Application>
  <PresentationFormat>Widescreen</PresentationFormat>
  <Paragraphs>161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Massachusetts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Sipser</dc:creator>
  <cp:lastModifiedBy>Behroz Mirza</cp:lastModifiedBy>
  <cp:revision>152</cp:revision>
  <dcterms:created xsi:type="dcterms:W3CDTF">2020-08-09T18:24:17Z</dcterms:created>
  <dcterms:modified xsi:type="dcterms:W3CDTF">2026-09-01T09:53:56Z</dcterms:modified>
</cp:coreProperties>
</file>