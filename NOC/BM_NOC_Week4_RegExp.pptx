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83" r:id="rId3"/>
    <p:sldId id="285" r:id="rId4"/>
    <p:sldId id="286" r:id="rId5"/>
    <p:sldId id="284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AD4"/>
    <a:srgbClr val="FF0000"/>
    <a:srgbClr val="0000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3" autoAdjust="0"/>
    <p:restoredTop sz="85159" autoAdjust="0"/>
  </p:normalViewPr>
  <p:slideViewPr>
    <p:cSldViewPr snapToGrid="0">
      <p:cViewPr varScale="1">
        <p:scale>
          <a:sx n="56" d="100"/>
          <a:sy n="56" d="100"/>
        </p:scale>
        <p:origin x="1100" y="4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38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roz Mirza" userId="46207bc9-96f8-4272-8ebb-3dbc8a33c35e" providerId="ADAL" clId="{FBB61A0C-0234-45DA-A398-2DCBA08DE53A}"/>
    <pc:docChg chg="undo custSel addSld delSld modSld sldOrd">
      <pc:chgData name="Behroz Mirza" userId="46207bc9-96f8-4272-8ebb-3dbc8a33c35e" providerId="ADAL" clId="{FBB61A0C-0234-45DA-A398-2DCBA08DE53A}" dt="2023-08-24T05:50:59.358" v="616" actId="20577"/>
      <pc:docMkLst>
        <pc:docMk/>
      </pc:docMkLst>
      <pc:sldChg chg="modSp del mod modAnim">
        <pc:chgData name="Behroz Mirza" userId="46207bc9-96f8-4272-8ebb-3dbc8a33c35e" providerId="ADAL" clId="{FBB61A0C-0234-45DA-A398-2DCBA08DE53A}" dt="2023-08-24T05:50:55.644" v="614" actId="2696"/>
        <pc:sldMkLst>
          <pc:docMk/>
          <pc:sldMk cId="2263905297" sldId="259"/>
        </pc:sldMkLst>
        <pc:spChg chg="mod">
          <ac:chgData name="Behroz Mirza" userId="46207bc9-96f8-4272-8ebb-3dbc8a33c35e" providerId="ADAL" clId="{FBB61A0C-0234-45DA-A398-2DCBA08DE53A}" dt="2023-08-23T11:12:37.237" v="498" actId="20577"/>
          <ac:spMkLst>
            <pc:docMk/>
            <pc:sldMk cId="2263905297" sldId="259"/>
            <ac:spMk id="2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3T11:00:58.632" v="110" actId="1038"/>
          <ac:spMkLst>
            <pc:docMk/>
            <pc:sldMk cId="2263905297" sldId="259"/>
            <ac:spMk id="3" creationId="{00000000-0000-0000-0000-000000000000}"/>
          </ac:spMkLst>
        </pc:spChg>
      </pc:sldChg>
      <pc:sldChg chg="del">
        <pc:chgData name="Behroz Mirza" userId="46207bc9-96f8-4272-8ebb-3dbc8a33c35e" providerId="ADAL" clId="{FBB61A0C-0234-45DA-A398-2DCBA08DE53A}" dt="2023-08-23T11:01:36.072" v="139" actId="2696"/>
        <pc:sldMkLst>
          <pc:docMk/>
          <pc:sldMk cId="599985384" sldId="261"/>
        </pc:sldMkLst>
      </pc:sldChg>
      <pc:sldChg chg="modSp del mod">
        <pc:chgData name="Behroz Mirza" userId="46207bc9-96f8-4272-8ebb-3dbc8a33c35e" providerId="ADAL" clId="{FBB61A0C-0234-45DA-A398-2DCBA08DE53A}" dt="2023-08-23T11:11:38.887" v="476" actId="2696"/>
        <pc:sldMkLst>
          <pc:docMk/>
          <pc:sldMk cId="3157851315" sldId="265"/>
        </pc:sldMkLst>
        <pc:spChg chg="mod">
          <ac:chgData name="Behroz Mirza" userId="46207bc9-96f8-4272-8ebb-3dbc8a33c35e" providerId="ADAL" clId="{FBB61A0C-0234-45DA-A398-2DCBA08DE53A}" dt="2023-08-23T11:01:56.637" v="146" actId="20577"/>
          <ac:spMkLst>
            <pc:docMk/>
            <pc:sldMk cId="3157851315" sldId="265"/>
            <ac:spMk id="5" creationId="{00000000-0000-0000-0000-000000000000}"/>
          </ac:spMkLst>
        </pc:spChg>
      </pc:sldChg>
      <pc:sldChg chg="del">
        <pc:chgData name="Behroz Mirza" userId="46207bc9-96f8-4272-8ebb-3dbc8a33c35e" providerId="ADAL" clId="{FBB61A0C-0234-45DA-A398-2DCBA08DE53A}" dt="2023-08-23T11:11:42.437" v="477" actId="2696"/>
        <pc:sldMkLst>
          <pc:docMk/>
          <pc:sldMk cId="1916470164" sldId="267"/>
        </pc:sldMkLst>
      </pc:sldChg>
      <pc:sldChg chg="modSp mod modAnim">
        <pc:chgData name="Behroz Mirza" userId="46207bc9-96f8-4272-8ebb-3dbc8a33c35e" providerId="ADAL" clId="{FBB61A0C-0234-45DA-A398-2DCBA08DE53A}" dt="2023-08-24T05:50:59.358" v="616" actId="20577"/>
        <pc:sldMkLst>
          <pc:docMk/>
          <pc:sldMk cId="2460187043" sldId="268"/>
        </pc:sldMkLst>
        <pc:spChg chg="mod">
          <ac:chgData name="Behroz Mirza" userId="46207bc9-96f8-4272-8ebb-3dbc8a33c35e" providerId="ADAL" clId="{FBB61A0C-0234-45DA-A398-2DCBA08DE53A}" dt="2023-08-24T05:50:45.268" v="613" actId="1037"/>
          <ac:spMkLst>
            <pc:docMk/>
            <pc:sldMk cId="2460187043" sldId="268"/>
            <ac:spMk id="3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4T05:50:59.358" v="616" actId="20577"/>
          <ac:spMkLst>
            <pc:docMk/>
            <pc:sldMk cId="2460187043" sldId="268"/>
            <ac:spMk id="5" creationId="{00000000-0000-0000-0000-000000000000}"/>
          </ac:spMkLst>
        </pc:spChg>
      </pc:sldChg>
      <pc:sldChg chg="addSp modSp mod">
        <pc:chgData name="Behroz Mirza" userId="46207bc9-96f8-4272-8ebb-3dbc8a33c35e" providerId="ADAL" clId="{FBB61A0C-0234-45DA-A398-2DCBA08DE53A}" dt="2023-08-23T11:07:52.401" v="395" actId="14100"/>
        <pc:sldMkLst>
          <pc:docMk/>
          <pc:sldMk cId="1951187753" sldId="273"/>
        </pc:sldMkLst>
        <pc:spChg chg="add mod">
          <ac:chgData name="Behroz Mirza" userId="46207bc9-96f8-4272-8ebb-3dbc8a33c35e" providerId="ADAL" clId="{FBB61A0C-0234-45DA-A398-2DCBA08DE53A}" dt="2023-08-23T11:07:52.401" v="395" actId="14100"/>
          <ac:spMkLst>
            <pc:docMk/>
            <pc:sldMk cId="1951187753" sldId="273"/>
            <ac:spMk id="7" creationId="{7E79BE83-F9C5-42FD-9247-CDA4170EE5B5}"/>
          </ac:spMkLst>
        </pc:spChg>
      </pc:sldChg>
      <pc:sldChg chg="del">
        <pc:chgData name="Behroz Mirza" userId="46207bc9-96f8-4272-8ebb-3dbc8a33c35e" providerId="ADAL" clId="{FBB61A0C-0234-45DA-A398-2DCBA08DE53A}" dt="2023-08-23T11:01:31.833" v="138" actId="2696"/>
        <pc:sldMkLst>
          <pc:docMk/>
          <pc:sldMk cId="1920118773" sldId="275"/>
        </pc:sldMkLst>
      </pc:sldChg>
      <pc:sldChg chg="addSp modSp mod">
        <pc:chgData name="Behroz Mirza" userId="46207bc9-96f8-4272-8ebb-3dbc8a33c35e" providerId="ADAL" clId="{FBB61A0C-0234-45DA-A398-2DCBA08DE53A}" dt="2023-08-23T17:35:18.356" v="505" actId="5793"/>
        <pc:sldMkLst>
          <pc:docMk/>
          <pc:sldMk cId="208951976" sldId="277"/>
        </pc:sldMkLst>
        <pc:spChg chg="add mod">
          <ac:chgData name="Behroz Mirza" userId="46207bc9-96f8-4272-8ebb-3dbc8a33c35e" providerId="ADAL" clId="{FBB61A0C-0234-45DA-A398-2DCBA08DE53A}" dt="2023-08-23T17:35:18.356" v="505" actId="5793"/>
          <ac:spMkLst>
            <pc:docMk/>
            <pc:sldMk cId="208951976" sldId="277"/>
            <ac:spMk id="73" creationId="{BF36F9C9-574D-4002-8794-F6420CBE881D}"/>
          </ac:spMkLst>
        </pc:spChg>
      </pc:sldChg>
      <pc:sldChg chg="del">
        <pc:chgData name="Behroz Mirza" userId="46207bc9-96f8-4272-8ebb-3dbc8a33c35e" providerId="ADAL" clId="{FBB61A0C-0234-45DA-A398-2DCBA08DE53A}" dt="2023-08-23T11:01:41.258" v="140" actId="2696"/>
        <pc:sldMkLst>
          <pc:docMk/>
          <pc:sldMk cId="3504030624" sldId="279"/>
        </pc:sldMkLst>
      </pc:sldChg>
      <pc:sldChg chg="addSp delSp modSp add mod ord">
        <pc:chgData name="Behroz Mirza" userId="46207bc9-96f8-4272-8ebb-3dbc8a33c35e" providerId="ADAL" clId="{FBB61A0C-0234-45DA-A398-2DCBA08DE53A}" dt="2023-08-23T11:05:30.709" v="207" actId="21"/>
        <pc:sldMkLst>
          <pc:docMk/>
          <pc:sldMk cId="2865502769" sldId="282"/>
        </pc:sldMkLst>
        <pc:spChg chg="mod">
          <ac:chgData name="Behroz Mirza" userId="46207bc9-96f8-4272-8ebb-3dbc8a33c35e" providerId="ADAL" clId="{FBB61A0C-0234-45DA-A398-2DCBA08DE53A}" dt="2023-08-23T11:03:47.956" v="164" actId="5793"/>
          <ac:spMkLst>
            <pc:docMk/>
            <pc:sldMk cId="2865502769" sldId="282"/>
            <ac:spMk id="2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3T11:05:01.434" v="205" actId="6549"/>
          <ac:spMkLst>
            <pc:docMk/>
            <pc:sldMk cId="2865502769" sldId="282"/>
            <ac:spMk id="3" creationId="{00000000-0000-0000-0000-000000000000}"/>
          </ac:spMkLst>
        </pc:spChg>
        <pc:spChg chg="add del mod">
          <ac:chgData name="Behroz Mirza" userId="46207bc9-96f8-4272-8ebb-3dbc8a33c35e" providerId="ADAL" clId="{FBB61A0C-0234-45DA-A398-2DCBA08DE53A}" dt="2023-08-23T11:05:30.709" v="207" actId="21"/>
          <ac:spMkLst>
            <pc:docMk/>
            <pc:sldMk cId="2865502769" sldId="282"/>
            <ac:spMk id="5" creationId="{96EEF238-A8BA-4BF0-A23F-D05D842156C2}"/>
          </ac:spMkLst>
        </pc:spChg>
      </pc:sldChg>
      <pc:sldChg chg="add del">
        <pc:chgData name="Behroz Mirza" userId="46207bc9-96f8-4272-8ebb-3dbc8a33c35e" providerId="ADAL" clId="{FBB61A0C-0234-45DA-A398-2DCBA08DE53A}" dt="2023-08-23T11:07:47.977" v="393"/>
        <pc:sldMkLst>
          <pc:docMk/>
          <pc:sldMk cId="89064934" sldId="283"/>
        </pc:sldMkLst>
      </pc:sldChg>
    </pc:docChg>
  </pc:docChgLst>
  <pc:docChgLst>
    <pc:chgData name="Behroz Mirza" userId="46207bc9-96f8-4272-8ebb-3dbc8a33c35e" providerId="ADAL" clId="{F4A86F3F-7BD7-4226-B3D0-FBABE8E4D94A}"/>
    <pc:docChg chg="modSld">
      <pc:chgData name="Behroz Mirza" userId="46207bc9-96f8-4272-8ebb-3dbc8a33c35e" providerId="ADAL" clId="{F4A86F3F-7BD7-4226-B3D0-FBABE8E4D94A}" dt="2024-08-20T12:31:26.799" v="4" actId="20577"/>
      <pc:docMkLst>
        <pc:docMk/>
      </pc:docMkLst>
      <pc:sldChg chg="modSp mod">
        <pc:chgData name="Behroz Mirza" userId="46207bc9-96f8-4272-8ebb-3dbc8a33c35e" providerId="ADAL" clId="{F4A86F3F-7BD7-4226-B3D0-FBABE8E4D94A}" dt="2024-08-20T12:31:26.799" v="4" actId="20577"/>
        <pc:sldMkLst>
          <pc:docMk/>
          <pc:sldMk cId="1951187753" sldId="273"/>
        </pc:sldMkLst>
        <pc:spChg chg="mod">
          <ac:chgData name="Behroz Mirza" userId="46207bc9-96f8-4272-8ebb-3dbc8a33c35e" providerId="ADAL" clId="{F4A86F3F-7BD7-4226-B3D0-FBABE8E4D94A}" dt="2024-08-20T12:31:26.799" v="4" actId="20577"/>
          <ac:spMkLst>
            <pc:docMk/>
            <pc:sldMk cId="1951187753" sldId="273"/>
            <ac:spMk id="7" creationId="{7E79BE83-F9C5-42FD-9247-CDA4170EE5B5}"/>
          </ac:spMkLst>
        </pc:spChg>
      </pc:sldChg>
    </pc:docChg>
  </pc:docChgLst>
  <pc:docChgLst>
    <pc:chgData name="Behroz Mirza" userId="46207bc9-96f8-4272-8ebb-3dbc8a33c35e" providerId="ADAL" clId="{8FB21962-8414-4532-BE23-8C5A9BA70855}"/>
    <pc:docChg chg="undo custSel addSld delSld modSld sldOrd">
      <pc:chgData name="Behroz Mirza" userId="46207bc9-96f8-4272-8ebb-3dbc8a33c35e" providerId="ADAL" clId="{8FB21962-8414-4532-BE23-8C5A9BA70855}" dt="2026-09-18T12:06:24.404" v="266" actId="1038"/>
      <pc:docMkLst>
        <pc:docMk/>
      </pc:docMkLst>
      <pc:sldChg chg="del">
        <pc:chgData name="Behroz Mirza" userId="46207bc9-96f8-4272-8ebb-3dbc8a33c35e" providerId="ADAL" clId="{8FB21962-8414-4532-BE23-8C5A9BA70855}" dt="2026-09-16T00:05:51.152" v="1" actId="47"/>
        <pc:sldMkLst>
          <pc:docMk/>
          <pc:sldMk cId="3725452963" sldId="266"/>
        </pc:sldMkLst>
      </pc:sldChg>
      <pc:sldChg chg="del">
        <pc:chgData name="Behroz Mirza" userId="46207bc9-96f8-4272-8ebb-3dbc8a33c35e" providerId="ADAL" clId="{8FB21962-8414-4532-BE23-8C5A9BA70855}" dt="2026-09-16T00:05:50.279" v="0" actId="47"/>
        <pc:sldMkLst>
          <pc:docMk/>
          <pc:sldMk cId="2460187043" sldId="268"/>
        </pc:sldMkLst>
      </pc:sldChg>
      <pc:sldChg chg="del">
        <pc:chgData name="Behroz Mirza" userId="46207bc9-96f8-4272-8ebb-3dbc8a33c35e" providerId="ADAL" clId="{8FB21962-8414-4532-BE23-8C5A9BA70855}" dt="2026-09-16T00:05:52.889" v="3" actId="47"/>
        <pc:sldMkLst>
          <pc:docMk/>
          <pc:sldMk cId="2936548311" sldId="270"/>
        </pc:sldMkLst>
      </pc:sldChg>
      <pc:sldChg chg="del">
        <pc:chgData name="Behroz Mirza" userId="46207bc9-96f8-4272-8ebb-3dbc8a33c35e" providerId="ADAL" clId="{8FB21962-8414-4532-BE23-8C5A9BA70855}" dt="2026-09-16T00:05:53.659" v="4" actId="47"/>
        <pc:sldMkLst>
          <pc:docMk/>
          <pc:sldMk cId="4067210225" sldId="271"/>
        </pc:sldMkLst>
      </pc:sldChg>
      <pc:sldChg chg="delSp modSp mod">
        <pc:chgData name="Behroz Mirza" userId="46207bc9-96f8-4272-8ebb-3dbc8a33c35e" providerId="ADAL" clId="{8FB21962-8414-4532-BE23-8C5A9BA70855}" dt="2026-09-16T00:09:49.904" v="76"/>
        <pc:sldMkLst>
          <pc:docMk/>
          <pc:sldMk cId="1951187753" sldId="273"/>
        </pc:sldMkLst>
        <pc:spChg chg="del mod">
          <ac:chgData name="Behroz Mirza" userId="46207bc9-96f8-4272-8ebb-3dbc8a33c35e" providerId="ADAL" clId="{8FB21962-8414-4532-BE23-8C5A9BA70855}" dt="2026-09-16T00:09:49.904" v="76"/>
          <ac:spMkLst>
            <pc:docMk/>
            <pc:sldMk cId="1951187753" sldId="273"/>
            <ac:spMk id="7" creationId="{7E79BE83-F9C5-42FD-9247-CDA4170EE5B5}"/>
          </ac:spMkLst>
        </pc:spChg>
      </pc:sldChg>
      <pc:sldChg chg="del">
        <pc:chgData name="Behroz Mirza" userId="46207bc9-96f8-4272-8ebb-3dbc8a33c35e" providerId="ADAL" clId="{8FB21962-8414-4532-BE23-8C5A9BA70855}" dt="2026-09-16T00:05:59.734" v="5" actId="47"/>
        <pc:sldMkLst>
          <pc:docMk/>
          <pc:sldMk cId="208951976" sldId="277"/>
        </pc:sldMkLst>
      </pc:sldChg>
      <pc:sldChg chg="del">
        <pc:chgData name="Behroz Mirza" userId="46207bc9-96f8-4272-8ebb-3dbc8a33c35e" providerId="ADAL" clId="{8FB21962-8414-4532-BE23-8C5A9BA70855}" dt="2026-09-16T00:05:59.734" v="5" actId="47"/>
        <pc:sldMkLst>
          <pc:docMk/>
          <pc:sldMk cId="2968775669" sldId="280"/>
        </pc:sldMkLst>
      </pc:sldChg>
      <pc:sldChg chg="del">
        <pc:chgData name="Behroz Mirza" userId="46207bc9-96f8-4272-8ebb-3dbc8a33c35e" providerId="ADAL" clId="{8FB21962-8414-4532-BE23-8C5A9BA70855}" dt="2026-09-16T00:07:55.303" v="17" actId="47"/>
        <pc:sldMkLst>
          <pc:docMk/>
          <pc:sldMk cId="733886180" sldId="281"/>
        </pc:sldMkLst>
      </pc:sldChg>
      <pc:sldChg chg="add">
        <pc:chgData name="Behroz Mirza" userId="46207bc9-96f8-4272-8ebb-3dbc8a33c35e" providerId="ADAL" clId="{8FB21962-8414-4532-BE23-8C5A9BA70855}" dt="2026-09-16T00:06:03.669" v="6" actId="2890"/>
        <pc:sldMkLst>
          <pc:docMk/>
          <pc:sldMk cId="934000013" sldId="282"/>
        </pc:sldMkLst>
      </pc:sldChg>
      <pc:sldChg chg="del">
        <pc:chgData name="Behroz Mirza" userId="46207bc9-96f8-4272-8ebb-3dbc8a33c35e" providerId="ADAL" clId="{8FB21962-8414-4532-BE23-8C5A9BA70855}" dt="2026-09-16T00:05:51.991" v="2" actId="47"/>
        <pc:sldMkLst>
          <pc:docMk/>
          <pc:sldMk cId="2865502769" sldId="282"/>
        </pc:sldMkLst>
      </pc:sldChg>
      <pc:sldChg chg="addSp modSp new mod ord">
        <pc:chgData name="Behroz Mirza" userId="46207bc9-96f8-4272-8ebb-3dbc8a33c35e" providerId="ADAL" clId="{8FB21962-8414-4532-BE23-8C5A9BA70855}" dt="2026-09-16T00:10:23.306" v="77" actId="6549"/>
        <pc:sldMkLst>
          <pc:docMk/>
          <pc:sldMk cId="2565743232" sldId="283"/>
        </pc:sldMkLst>
        <pc:spChg chg="add mod">
          <ac:chgData name="Behroz Mirza" userId="46207bc9-96f8-4272-8ebb-3dbc8a33c35e" providerId="ADAL" clId="{8FB21962-8414-4532-BE23-8C5A9BA70855}" dt="2026-09-16T00:10:23.306" v="77" actId="6549"/>
          <ac:spMkLst>
            <pc:docMk/>
            <pc:sldMk cId="2565743232" sldId="283"/>
            <ac:spMk id="4" creationId="{13903741-495E-42B0-9EAE-37AED1C269BA}"/>
          </ac:spMkLst>
        </pc:spChg>
        <pc:picChg chg="add mod">
          <ac:chgData name="Behroz Mirza" userId="46207bc9-96f8-4272-8ebb-3dbc8a33c35e" providerId="ADAL" clId="{8FB21962-8414-4532-BE23-8C5A9BA70855}" dt="2026-09-16T00:08:08.363" v="29" actId="1036"/>
          <ac:picMkLst>
            <pc:docMk/>
            <pc:sldMk cId="2565743232" sldId="283"/>
            <ac:picMk id="3" creationId="{98BFC580-E5C9-4C8C-81AB-245ED32937F8}"/>
          </ac:picMkLst>
        </pc:picChg>
      </pc:sldChg>
      <pc:sldChg chg="addSp modSp new mod ord">
        <pc:chgData name="Behroz Mirza" userId="46207bc9-96f8-4272-8ebb-3dbc8a33c35e" providerId="ADAL" clId="{8FB21962-8414-4532-BE23-8C5A9BA70855}" dt="2026-09-18T12:05:33.222" v="147"/>
        <pc:sldMkLst>
          <pc:docMk/>
          <pc:sldMk cId="716093491" sldId="284"/>
        </pc:sldMkLst>
        <pc:spChg chg="add mod">
          <ac:chgData name="Behroz Mirza" userId="46207bc9-96f8-4272-8ebb-3dbc8a33c35e" providerId="ADAL" clId="{8FB21962-8414-4532-BE23-8C5A9BA70855}" dt="2026-09-16T00:10:31.762" v="78"/>
          <ac:spMkLst>
            <pc:docMk/>
            <pc:sldMk cId="716093491" sldId="284"/>
            <ac:spMk id="4" creationId="{395D0861-6B95-4D36-A6AF-E8BC807989A3}"/>
          </ac:spMkLst>
        </pc:spChg>
        <pc:picChg chg="add">
          <ac:chgData name="Behroz Mirza" userId="46207bc9-96f8-4272-8ebb-3dbc8a33c35e" providerId="ADAL" clId="{8FB21962-8414-4532-BE23-8C5A9BA70855}" dt="2026-09-16T00:07:39.667" v="15" actId="22"/>
          <ac:picMkLst>
            <pc:docMk/>
            <pc:sldMk cId="716093491" sldId="284"/>
            <ac:picMk id="3" creationId="{F60E12A2-B486-4279-B36C-428652B161E6}"/>
          </ac:picMkLst>
        </pc:picChg>
      </pc:sldChg>
      <pc:sldChg chg="addSp modSp add mod">
        <pc:chgData name="Behroz Mirza" userId="46207bc9-96f8-4272-8ebb-3dbc8a33c35e" providerId="ADAL" clId="{8FB21962-8414-4532-BE23-8C5A9BA70855}" dt="2026-09-16T00:11:05.879" v="115" actId="20577"/>
        <pc:sldMkLst>
          <pc:docMk/>
          <pc:sldMk cId="1249538122" sldId="285"/>
        </pc:sldMkLst>
        <pc:spChg chg="add mod">
          <ac:chgData name="Behroz Mirza" userId="46207bc9-96f8-4272-8ebb-3dbc8a33c35e" providerId="ADAL" clId="{8FB21962-8414-4532-BE23-8C5A9BA70855}" dt="2026-09-16T00:11:05.879" v="115" actId="20577"/>
          <ac:spMkLst>
            <pc:docMk/>
            <pc:sldMk cId="1249538122" sldId="285"/>
            <ac:spMk id="4" creationId="{484BEBC3-9182-4218-9A44-CF92C3C4788C}"/>
          </ac:spMkLst>
        </pc:spChg>
        <pc:picChg chg="add">
          <ac:chgData name="Behroz Mirza" userId="46207bc9-96f8-4272-8ebb-3dbc8a33c35e" providerId="ADAL" clId="{8FB21962-8414-4532-BE23-8C5A9BA70855}" dt="2026-09-16T00:07:52.260" v="16" actId="22"/>
          <ac:picMkLst>
            <pc:docMk/>
            <pc:sldMk cId="1249538122" sldId="285"/>
            <ac:picMk id="3" creationId="{9DCF0FCF-5C95-4C31-A34D-53F87E696AB9}"/>
          </ac:picMkLst>
        </pc:picChg>
      </pc:sldChg>
      <pc:sldChg chg="addSp delSp modSp new mod">
        <pc:chgData name="Behroz Mirza" userId="46207bc9-96f8-4272-8ebb-3dbc8a33c35e" providerId="ADAL" clId="{8FB21962-8414-4532-BE23-8C5A9BA70855}" dt="2026-09-18T12:06:24.404" v="266" actId="1038"/>
        <pc:sldMkLst>
          <pc:docMk/>
          <pc:sldMk cId="2208633136" sldId="286"/>
        </pc:sldMkLst>
        <pc:spChg chg="add del">
          <ac:chgData name="Behroz Mirza" userId="46207bc9-96f8-4272-8ebb-3dbc8a33c35e" providerId="ADAL" clId="{8FB21962-8414-4532-BE23-8C5A9BA70855}" dt="2026-09-18T12:05:51.770" v="150" actId="22"/>
          <ac:spMkLst>
            <pc:docMk/>
            <pc:sldMk cId="2208633136" sldId="286"/>
            <ac:spMk id="5" creationId="{526A5B0A-BCF8-4A1C-A769-2423444DBED8}"/>
          </ac:spMkLst>
        </pc:spChg>
        <pc:spChg chg="add mod">
          <ac:chgData name="Behroz Mirza" userId="46207bc9-96f8-4272-8ebb-3dbc8a33c35e" providerId="ADAL" clId="{8FB21962-8414-4532-BE23-8C5A9BA70855}" dt="2026-09-18T12:06:24.404" v="266" actId="1038"/>
          <ac:spMkLst>
            <pc:docMk/>
            <pc:sldMk cId="2208633136" sldId="286"/>
            <ac:spMk id="7" creationId="{61FC1235-AA78-4ADA-BE11-A67DB135B113}"/>
          </ac:spMkLst>
        </pc:spChg>
        <pc:picChg chg="add mod">
          <ac:chgData name="Behroz Mirza" userId="46207bc9-96f8-4272-8ebb-3dbc8a33c35e" providerId="ADAL" clId="{8FB21962-8414-4532-BE23-8C5A9BA70855}" dt="2026-09-18T12:05:44.717" v="148" actId="1076"/>
          <ac:picMkLst>
            <pc:docMk/>
            <pc:sldMk cId="2208633136" sldId="286"/>
            <ac:picMk id="3" creationId="{FFADCD33-2E04-408B-9234-D10A7603E8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59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i="0">
                    <a:latin typeface="Cambria Math" panose="02040503050406030204" pitchFamily="18" charset="0"/>
                  </a:rPr>
                  <a:t>"Type equation here.</a:t>
                </a:r>
                <a:r>
                  <a:rPr lang="en-PK" i="0">
                    <a:latin typeface="Cambria Math" panose="02040503050406030204" pitchFamily="18" charset="0"/>
                  </a:rPr>
                  <a:t>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2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7910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5487" y="1148603"/>
                <a:ext cx="6175685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Regular operations.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+mj-lt"/>
                  </a:rPr>
                  <a:t> be languages: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Union</a:t>
                </a: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:	</a:t>
                </a:r>
                <a:r>
                  <a:rPr lang="en-US" sz="200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+mj-lt"/>
                  </a:rPr>
                  <a:t>  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+mj-lt"/>
                  </a:rPr>
                  <a:t>	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Concatenation:</a:t>
                </a: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	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and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Star:</a:t>
                </a: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	</a:t>
                </a:r>
                <a:r>
                  <a:rPr lang="en-US" sz="2000" dirty="0">
                    <a:latin typeface="+mj-lt"/>
                  </a:rPr>
                  <a:t>	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>
                    <a:latin typeface="+mj-lt"/>
                  </a:rPr>
                  <a:t>each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br>
                  <a:rPr lang="en-US" sz="2000" b="0" i="0" dirty="0">
                    <a:latin typeface="+mj-lt"/>
                  </a:rPr>
                </a:br>
                <a:r>
                  <a:rPr lang="en-US" sz="2000" b="0" i="0" dirty="0">
                    <a:latin typeface="+mj-lt"/>
                  </a:rPr>
                  <a:t>		              </a:t>
                </a:r>
                <a:r>
                  <a:rPr lang="en-US" sz="2000" b="1" i="0" dirty="0">
                    <a:latin typeface="+mj-lt"/>
                  </a:rPr>
                  <a:t>Note:</a:t>
                </a:r>
                <a:r>
                  <a:rPr lang="en-US" sz="2000" b="0" i="0" dirty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always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Example.  </a:t>
                </a: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2000" dirty="0"/>
                  <a:t>good, bad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2000" dirty="0"/>
                  <a:t>boy, girl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{good, bad, boy, girl}	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{</a:t>
                </a:r>
                <a:r>
                  <a:rPr lang="en-US" sz="2000" dirty="0" err="1"/>
                  <a:t>goodboy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goodgirl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badboy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badgirl</a:t>
                </a:r>
                <a:r>
                  <a:rPr lang="en-US" sz="2000" dirty="0"/>
                  <a:t>}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sz="2000" dirty="0"/>
                  <a:t>, good, bad, </a:t>
                </a:r>
                <a:r>
                  <a:rPr lang="en-US" sz="2000" dirty="0" err="1"/>
                  <a:t>goodgood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goodbad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badgood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	</a:t>
                </a:r>
                <a:r>
                  <a:rPr lang="en-US" sz="2000" dirty="0" err="1"/>
                  <a:t>badbad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goodgoodgood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goodgoodbad</a:t>
                </a:r>
                <a:r>
                  <a:rPr lang="en-US" sz="2000" dirty="0"/>
                  <a:t>, … }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7" y="1148603"/>
                <a:ext cx="6175685" cy="4801314"/>
              </a:xfrm>
              <a:prstGeom prst="rect">
                <a:avLst/>
              </a:prstGeom>
              <a:blipFill>
                <a:blip r:embed="rId3"/>
                <a:stretch>
                  <a:fillRect l="-1481" t="-1015" r="-395" b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21500" y="2887540"/>
                <a:ext cx="5270500" cy="3062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0" dirty="0">
                    <a:latin typeface="+mj-lt"/>
                  </a:rPr>
                  <a:t>Regular expressions</a:t>
                </a:r>
                <a:endParaRPr lang="en-US" sz="2000" u="sng" dirty="0"/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Built from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, members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∅,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sz="2000" dirty="0"/>
                  <a:t>   [Atomic]</a:t>
                </a:r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By using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∪, ∘, ∗</m:t>
                    </m:r>
                  </m:oMath>
                </a14:m>
                <a:r>
                  <a:rPr lang="en-US" sz="2000" b="1" dirty="0"/>
                  <a:t>    </a:t>
                </a:r>
                <a:r>
                  <a:rPr lang="en-US" sz="2000" dirty="0"/>
                  <a:t>[Composite]</a:t>
                </a:r>
              </a:p>
              <a:p>
                <a:pPr marL="342900" indent="-342900">
                  <a:buFontTx/>
                  <a:buChar char="-"/>
                </a:pPr>
                <a:endParaRPr lang="en-US" sz="2000" dirty="0"/>
              </a:p>
              <a:p>
                <a:r>
                  <a:rPr lang="en-US" sz="2400" b="1" dirty="0">
                    <a:latin typeface="+mj-lt"/>
                  </a:rPr>
                  <a:t>Examples: </a:t>
                </a:r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0∪1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 gives all strings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 gives all strings that end with </a:t>
                </a:r>
                <a:r>
                  <a:rPr lang="en-US" sz="2000" i="0" dirty="0">
                    <a:latin typeface="+mj-lt"/>
                  </a:rPr>
                  <a:t>1</a:t>
                </a:r>
                <a:r>
                  <a:rPr lang="en-US" sz="2000" dirty="0"/>
                  <a:t> </a:t>
                </a:r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all strings that contain 11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500" y="2887540"/>
                <a:ext cx="5270500" cy="3062377"/>
              </a:xfrm>
              <a:prstGeom prst="rect">
                <a:avLst/>
              </a:prstGeom>
              <a:blipFill>
                <a:blip r:embed="rId4"/>
                <a:stretch>
                  <a:fillRect l="-1734" t="-1594" b="-2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1353" y="5949917"/>
            <a:ext cx="105512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Goal:  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Show finite automata equivalent to regular expressions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8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FC580-E5C9-4C8C-81AB-245ED329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947359"/>
            <a:ext cx="10517068" cy="5420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03741-495E-42B0-9EAE-37AED1C269BA}"/>
              </a:ext>
            </a:extLst>
          </p:cNvPr>
          <p:cNvSpPr txBox="1"/>
          <p:nvPr/>
        </p:nvSpPr>
        <p:spPr>
          <a:xfrm>
            <a:off x="1005841" y="148590"/>
            <a:ext cx="7910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Expressions….</a:t>
            </a:r>
          </a:p>
        </p:txBody>
      </p:sp>
    </p:spTree>
    <p:extLst>
      <p:ext uri="{BB962C8B-B14F-4D97-AF65-F5344CB8AC3E}">
        <p14:creationId xmlns:p14="http://schemas.microsoft.com/office/powerpoint/2010/main" val="256574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F0FCF-5C95-4C31-A34D-53F87E696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975970"/>
            <a:ext cx="10698068" cy="4906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4BEBC3-9182-4218-9A44-CF92C3C4788C}"/>
              </a:ext>
            </a:extLst>
          </p:cNvPr>
          <p:cNvSpPr txBox="1"/>
          <p:nvPr/>
        </p:nvSpPr>
        <p:spPr>
          <a:xfrm>
            <a:off x="1005840" y="148590"/>
            <a:ext cx="10229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Expressions for Regular Languages</a:t>
            </a:r>
          </a:p>
        </p:txBody>
      </p:sp>
    </p:spTree>
    <p:extLst>
      <p:ext uri="{BB962C8B-B14F-4D97-AF65-F5344CB8AC3E}">
        <p14:creationId xmlns:p14="http://schemas.microsoft.com/office/powerpoint/2010/main" val="124953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DCD33-2E04-408B-9234-D10A7603E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951158"/>
            <a:ext cx="8926171" cy="5572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FC1235-AA78-4ADA-BE11-A67DB135B113}"/>
              </a:ext>
            </a:extLst>
          </p:cNvPr>
          <p:cNvSpPr txBox="1"/>
          <p:nvPr/>
        </p:nvSpPr>
        <p:spPr>
          <a:xfrm>
            <a:off x="1391602" y="104091"/>
            <a:ext cx="9143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18AB3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Regular Expressions to NFA Conversion</a:t>
            </a:r>
          </a:p>
        </p:txBody>
      </p:sp>
    </p:spTree>
    <p:extLst>
      <p:ext uri="{BB962C8B-B14F-4D97-AF65-F5344CB8AC3E}">
        <p14:creationId xmlns:p14="http://schemas.microsoft.com/office/powerpoint/2010/main" val="220863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0E12A2-B486-4279-B36C-428652B1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367" y="1785708"/>
            <a:ext cx="2267266" cy="3286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5D0861-6B95-4D36-A6AF-E8BC807989A3}"/>
              </a:ext>
            </a:extLst>
          </p:cNvPr>
          <p:cNvSpPr txBox="1"/>
          <p:nvPr/>
        </p:nvSpPr>
        <p:spPr>
          <a:xfrm>
            <a:off x="1005841" y="148590"/>
            <a:ext cx="7910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Expressions….</a:t>
            </a:r>
          </a:p>
        </p:txBody>
      </p:sp>
    </p:spTree>
    <p:extLst>
      <p:ext uri="{BB962C8B-B14F-4D97-AF65-F5344CB8AC3E}">
        <p14:creationId xmlns:p14="http://schemas.microsoft.com/office/powerpoint/2010/main" val="71609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084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Introduction, outline, mechanics, expectations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Finite Automata, formal definition, regular languages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Regular Operations and Regular Expressions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Proved: Class of regular languages is closed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sz="2400" b="1" spc="2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Started: Closure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400" b="1" spc="200" dirty="0">
                    <a:latin typeface="+mj-lt"/>
                  </a:rPr>
                  <a:t> , to be continued… </a:t>
                </a:r>
              </a:p>
              <a:p>
                <a:pPr>
                  <a:spcBef>
                    <a:spcPts val="1200"/>
                  </a:spcBef>
                </a:pPr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blipFill>
                <a:blip r:embed="rId3"/>
                <a:stretch>
                  <a:fillRect l="-1065" t="-178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00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11700</TotalTime>
  <Words>283</Words>
  <Application>Microsoft Office PowerPoint</Application>
  <PresentationFormat>Widescreen</PresentationFormat>
  <Paragraphs>33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Behroz Mirza</cp:lastModifiedBy>
  <cp:revision>147</cp:revision>
  <dcterms:created xsi:type="dcterms:W3CDTF">2020-08-09T18:24:17Z</dcterms:created>
  <dcterms:modified xsi:type="dcterms:W3CDTF">2026-09-18T12:06:28Z</dcterms:modified>
</cp:coreProperties>
</file>