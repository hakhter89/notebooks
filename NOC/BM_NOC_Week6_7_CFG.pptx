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306" r:id="rId3"/>
    <p:sldId id="287" r:id="rId4"/>
    <p:sldId id="308" r:id="rId5"/>
    <p:sldId id="324" r:id="rId6"/>
    <p:sldId id="325" r:id="rId7"/>
    <p:sldId id="326" r:id="rId8"/>
    <p:sldId id="322" r:id="rId9"/>
    <p:sldId id="327" r:id="rId10"/>
    <p:sldId id="32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75" autoAdjust="0"/>
    <p:restoredTop sz="95501" autoAdjust="0"/>
  </p:normalViewPr>
  <p:slideViewPr>
    <p:cSldViewPr snapToGrid="0">
      <p:cViewPr varScale="1">
        <p:scale>
          <a:sx n="66" d="100"/>
          <a:sy n="66" d="100"/>
        </p:scale>
        <p:origin x="932" y="4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97" d="100"/>
        <a:sy n="97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hroz Mirza" userId="46207bc9-96f8-4272-8ebb-3dbc8a33c35e" providerId="ADAL" clId="{CB94EF06-90DD-4B9F-8013-084AFD6D347D}"/>
    <pc:docChg chg="modSld">
      <pc:chgData name="Behroz Mirza" userId="46207bc9-96f8-4272-8ebb-3dbc8a33c35e" providerId="ADAL" clId="{CB94EF06-90DD-4B9F-8013-084AFD6D347D}" dt="2023-10-02T14:11:40.870" v="1" actId="20577"/>
      <pc:docMkLst>
        <pc:docMk/>
      </pc:docMkLst>
      <pc:sldChg chg="modSp">
        <pc:chgData name="Behroz Mirza" userId="46207bc9-96f8-4272-8ebb-3dbc8a33c35e" providerId="ADAL" clId="{CB94EF06-90DD-4B9F-8013-084AFD6D347D}" dt="2023-10-02T14:11:40.870" v="1" actId="20577"/>
        <pc:sldMkLst>
          <pc:docMk/>
          <pc:sldMk cId="2263905297" sldId="259"/>
        </pc:sldMkLst>
        <pc:spChg chg="mod">
          <ac:chgData name="Behroz Mirza" userId="46207bc9-96f8-4272-8ebb-3dbc8a33c35e" providerId="ADAL" clId="{CB94EF06-90DD-4B9F-8013-084AFD6D347D}" dt="2023-10-02T14:11:40.870" v="1" actId="20577"/>
          <ac:spMkLst>
            <pc:docMk/>
            <pc:sldMk cId="2263905297" sldId="259"/>
            <ac:spMk id="3" creationId="{00000000-0000-0000-0000-000000000000}"/>
          </ac:spMkLst>
        </pc:spChg>
      </pc:sldChg>
    </pc:docChg>
  </pc:docChgLst>
  <pc:docChgLst>
    <pc:chgData name="Behroz Mirza" userId="46207bc9-96f8-4272-8ebb-3dbc8a33c35e" providerId="ADAL" clId="{783CEC4D-B274-4087-B422-E55F07260511}"/>
    <pc:docChg chg="custSel addSld delSld modSld">
      <pc:chgData name="Behroz Mirza" userId="46207bc9-96f8-4272-8ebb-3dbc8a33c35e" providerId="ADAL" clId="{783CEC4D-B274-4087-B422-E55F07260511}" dt="2025-10-02T06:45:28.448" v="154" actId="20577"/>
      <pc:docMkLst>
        <pc:docMk/>
      </pc:docMkLst>
      <pc:sldChg chg="addSp delSp modSp mod delAnim">
        <pc:chgData name="Behroz Mirza" userId="46207bc9-96f8-4272-8ebb-3dbc8a33c35e" providerId="ADAL" clId="{783CEC4D-B274-4087-B422-E55F07260511}" dt="2025-09-23T21:35:10.659" v="29" actId="1037"/>
        <pc:sldMkLst>
          <pc:docMk/>
          <pc:sldMk cId="3659375565" sldId="324"/>
        </pc:sldMkLst>
        <pc:spChg chg="del mod">
          <ac:chgData name="Behroz Mirza" userId="46207bc9-96f8-4272-8ebb-3dbc8a33c35e" providerId="ADAL" clId="{783CEC4D-B274-4087-B422-E55F07260511}" dt="2025-09-23T21:35:05.144" v="7" actId="478"/>
          <ac:spMkLst>
            <pc:docMk/>
            <pc:sldMk cId="3659375565" sldId="324"/>
            <ac:spMk id="3" creationId="{00000000-0000-0000-0000-000000000000}"/>
          </ac:spMkLst>
        </pc:spChg>
        <pc:spChg chg="mod">
          <ac:chgData name="Behroz Mirza" userId="46207bc9-96f8-4272-8ebb-3dbc8a33c35e" providerId="ADAL" clId="{783CEC4D-B274-4087-B422-E55F07260511}" dt="2025-09-23T21:34:52.998" v="4" actId="6549"/>
          <ac:spMkLst>
            <pc:docMk/>
            <pc:sldMk cId="3659375565" sldId="324"/>
            <ac:spMk id="65" creationId="{00000000-0000-0000-0000-000000000000}"/>
          </ac:spMkLst>
        </pc:spChg>
        <pc:grpChg chg="del">
          <ac:chgData name="Behroz Mirza" userId="46207bc9-96f8-4272-8ebb-3dbc8a33c35e" providerId="ADAL" clId="{783CEC4D-B274-4087-B422-E55F07260511}" dt="2025-09-23T21:34:46.677" v="1" actId="478"/>
          <ac:grpSpMkLst>
            <pc:docMk/>
            <pc:sldMk cId="3659375565" sldId="324"/>
            <ac:grpSpMk id="2" creationId="{00000000-0000-0000-0000-000000000000}"/>
          </ac:grpSpMkLst>
        </pc:grpChg>
        <pc:grpChg chg="del">
          <ac:chgData name="Behroz Mirza" userId="46207bc9-96f8-4272-8ebb-3dbc8a33c35e" providerId="ADAL" clId="{783CEC4D-B274-4087-B422-E55F07260511}" dt="2025-09-23T21:34:49.319" v="2" actId="478"/>
          <ac:grpSpMkLst>
            <pc:docMk/>
            <pc:sldMk cId="3659375565" sldId="324"/>
            <ac:grpSpMk id="12" creationId="{00000000-0000-0000-0000-000000000000}"/>
          </ac:grpSpMkLst>
        </pc:grpChg>
        <pc:grpChg chg="del">
          <ac:chgData name="Behroz Mirza" userId="46207bc9-96f8-4272-8ebb-3dbc8a33c35e" providerId="ADAL" clId="{783CEC4D-B274-4087-B422-E55F07260511}" dt="2025-09-23T21:34:55.592" v="5" actId="478"/>
          <ac:grpSpMkLst>
            <pc:docMk/>
            <pc:sldMk cId="3659375565" sldId="324"/>
            <ac:grpSpMk id="231" creationId="{00000000-0000-0000-0000-000000000000}"/>
          </ac:grpSpMkLst>
        </pc:grpChg>
        <pc:picChg chg="add mod">
          <ac:chgData name="Behroz Mirza" userId="46207bc9-96f8-4272-8ebb-3dbc8a33c35e" providerId="ADAL" clId="{783CEC4D-B274-4087-B422-E55F07260511}" dt="2025-09-23T21:35:10.659" v="29" actId="1037"/>
          <ac:picMkLst>
            <pc:docMk/>
            <pc:sldMk cId="3659375565" sldId="324"/>
            <ac:picMk id="5" creationId="{6229E100-D291-4F20-A8E5-7683A716B8CD}"/>
          </ac:picMkLst>
        </pc:picChg>
      </pc:sldChg>
      <pc:sldChg chg="modSp">
        <pc:chgData name="Behroz Mirza" userId="46207bc9-96f8-4272-8ebb-3dbc8a33c35e" providerId="ADAL" clId="{783CEC4D-B274-4087-B422-E55F07260511}" dt="2025-10-02T06:45:28.448" v="154" actId="20577"/>
        <pc:sldMkLst>
          <pc:docMk/>
          <pc:sldMk cId="2252466010" sldId="326"/>
        </pc:sldMkLst>
        <pc:spChg chg="mod">
          <ac:chgData name="Behroz Mirza" userId="46207bc9-96f8-4272-8ebb-3dbc8a33c35e" providerId="ADAL" clId="{783CEC4D-B274-4087-B422-E55F07260511}" dt="2025-10-02T06:45:28.448" v="154" actId="20577"/>
          <ac:spMkLst>
            <pc:docMk/>
            <pc:sldMk cId="2252466010" sldId="326"/>
            <ac:spMk id="6" creationId="{A41D17CB-EED8-4603-9652-C61A6C2B50FE}"/>
          </ac:spMkLst>
        </pc:spChg>
      </pc:sldChg>
      <pc:sldChg chg="add del">
        <pc:chgData name="Behroz Mirza" userId="46207bc9-96f8-4272-8ebb-3dbc8a33c35e" providerId="ADAL" clId="{783CEC4D-B274-4087-B422-E55F07260511}" dt="2025-09-26T03:36:17.153" v="30" actId="2696"/>
        <pc:sldMkLst>
          <pc:docMk/>
          <pc:sldMk cId="2334558887" sldId="328"/>
        </pc:sldMkLst>
      </pc:sldChg>
    </pc:docChg>
  </pc:docChgLst>
  <pc:docChgLst>
    <pc:chgData name="Behroz Mirza" userId="46207bc9-96f8-4272-8ebb-3dbc8a33c35e" providerId="ADAL" clId="{01F56278-2986-47B4-A9F9-B06E6A1B63FA}"/>
    <pc:docChg chg="custSel addSld modSld">
      <pc:chgData name="Behroz Mirza" userId="46207bc9-96f8-4272-8ebb-3dbc8a33c35e" providerId="ADAL" clId="{01F56278-2986-47B4-A9F9-B06E6A1B63FA}" dt="2024-10-01T08:49:47.290" v="919" actId="14100"/>
      <pc:docMkLst>
        <pc:docMk/>
      </pc:docMkLst>
      <pc:sldChg chg="addSp delSp modSp mod">
        <pc:chgData name="Behroz Mirza" userId="46207bc9-96f8-4272-8ebb-3dbc8a33c35e" providerId="ADAL" clId="{01F56278-2986-47B4-A9F9-B06E6A1B63FA}" dt="2024-10-01T08:49:47.290" v="919" actId="14100"/>
        <pc:sldMkLst>
          <pc:docMk/>
          <pc:sldMk cId="3837949659" sldId="322"/>
        </pc:sldMkLst>
        <pc:spChg chg="add del mod">
          <ac:chgData name="Behroz Mirza" userId="46207bc9-96f8-4272-8ebb-3dbc8a33c35e" providerId="ADAL" clId="{01F56278-2986-47B4-A9F9-B06E6A1B63FA}" dt="2024-10-01T08:49:04.333" v="865"/>
          <ac:spMkLst>
            <pc:docMk/>
            <pc:sldMk cId="3837949659" sldId="322"/>
            <ac:spMk id="13" creationId="{CB5750D6-2394-471A-AAC3-4D4E2FE1DAB2}"/>
          </ac:spMkLst>
        </pc:spChg>
        <pc:spChg chg="add mod">
          <ac:chgData name="Behroz Mirza" userId="46207bc9-96f8-4272-8ebb-3dbc8a33c35e" providerId="ADAL" clId="{01F56278-2986-47B4-A9F9-B06E6A1B63FA}" dt="2024-10-01T08:49:29.480" v="895" actId="14100"/>
          <ac:spMkLst>
            <pc:docMk/>
            <pc:sldMk cId="3837949659" sldId="322"/>
            <ac:spMk id="14" creationId="{3F8726F0-E75C-4E3F-8DDB-9B7EF60BE0F8}"/>
          </ac:spMkLst>
        </pc:spChg>
        <pc:spChg chg="del">
          <ac:chgData name="Behroz Mirza" userId="46207bc9-96f8-4272-8ebb-3dbc8a33c35e" providerId="ADAL" clId="{01F56278-2986-47B4-A9F9-B06E6A1B63FA}" dt="2024-10-01T08:49:10.779" v="866" actId="478"/>
          <ac:spMkLst>
            <pc:docMk/>
            <pc:sldMk cId="3837949659" sldId="322"/>
            <ac:spMk id="90" creationId="{00000000-0000-0000-0000-000000000000}"/>
          </ac:spMkLst>
        </pc:spChg>
        <pc:grpChg chg="del">
          <ac:chgData name="Behroz Mirza" userId="46207bc9-96f8-4272-8ebb-3dbc8a33c35e" providerId="ADAL" clId="{01F56278-2986-47B4-A9F9-B06E6A1B63FA}" dt="2024-10-01T08:45:51.985" v="663" actId="478"/>
          <ac:grpSpMkLst>
            <pc:docMk/>
            <pc:sldMk cId="3837949659" sldId="322"/>
            <ac:grpSpMk id="9" creationId="{00000000-0000-0000-0000-000000000000}"/>
          </ac:grpSpMkLst>
        </pc:grpChg>
        <pc:graphicFrameChg chg="del modGraphic">
          <ac:chgData name="Behroz Mirza" userId="46207bc9-96f8-4272-8ebb-3dbc8a33c35e" providerId="ADAL" clId="{01F56278-2986-47B4-A9F9-B06E6A1B63FA}" dt="2024-10-01T08:45:50.062" v="662" actId="478"/>
          <ac:graphicFrameMkLst>
            <pc:docMk/>
            <pc:sldMk cId="3837949659" sldId="322"/>
            <ac:graphicFrameMk id="2" creationId="{00000000-0000-0000-0000-000000000000}"/>
          </ac:graphicFrameMkLst>
        </pc:graphicFrameChg>
        <pc:picChg chg="add mod">
          <ac:chgData name="Behroz Mirza" userId="46207bc9-96f8-4272-8ebb-3dbc8a33c35e" providerId="ADAL" clId="{01F56278-2986-47B4-A9F9-B06E6A1B63FA}" dt="2024-10-01T08:49:41.596" v="917" actId="14100"/>
          <ac:picMkLst>
            <pc:docMk/>
            <pc:sldMk cId="3837949659" sldId="322"/>
            <ac:picMk id="5" creationId="{09DC138E-D30D-4585-9F69-4F5FBC66E39A}"/>
          </ac:picMkLst>
        </pc:picChg>
        <pc:picChg chg="add mod">
          <ac:chgData name="Behroz Mirza" userId="46207bc9-96f8-4272-8ebb-3dbc8a33c35e" providerId="ADAL" clId="{01F56278-2986-47B4-A9F9-B06E6A1B63FA}" dt="2024-10-01T08:49:47.290" v="919" actId="14100"/>
          <ac:picMkLst>
            <pc:docMk/>
            <pc:sldMk cId="3837949659" sldId="322"/>
            <ac:picMk id="10" creationId="{E370E20C-0B0A-4E3F-AEE8-53339E887B80}"/>
          </ac:picMkLst>
        </pc:picChg>
      </pc:sldChg>
      <pc:sldChg chg="addSp modSp mod modAnim">
        <pc:chgData name="Behroz Mirza" userId="46207bc9-96f8-4272-8ebb-3dbc8a33c35e" providerId="ADAL" clId="{01F56278-2986-47B4-A9F9-B06E6A1B63FA}" dt="2024-10-01T08:48:43.652" v="863" actId="1038"/>
        <pc:sldMkLst>
          <pc:docMk/>
          <pc:sldMk cId="2252466010" sldId="326"/>
        </pc:sldMkLst>
        <pc:spChg chg="mod">
          <ac:chgData name="Behroz Mirza" userId="46207bc9-96f8-4272-8ebb-3dbc8a33c35e" providerId="ADAL" clId="{01F56278-2986-47B4-A9F9-B06E6A1B63FA}" dt="2024-10-01T08:41:29.765" v="226" actId="113"/>
          <ac:spMkLst>
            <pc:docMk/>
            <pc:sldMk cId="2252466010" sldId="326"/>
            <ac:spMk id="3" creationId="{00000000-0000-0000-0000-000000000000}"/>
          </ac:spMkLst>
        </pc:spChg>
        <pc:spChg chg="add mod">
          <ac:chgData name="Behroz Mirza" userId="46207bc9-96f8-4272-8ebb-3dbc8a33c35e" providerId="ADAL" clId="{01F56278-2986-47B4-A9F9-B06E6A1B63FA}" dt="2024-10-01T08:45:34.161" v="653" actId="20577"/>
          <ac:spMkLst>
            <pc:docMk/>
            <pc:sldMk cId="2252466010" sldId="326"/>
            <ac:spMk id="6" creationId="{A41D17CB-EED8-4603-9652-C61A6C2B50FE}"/>
          </ac:spMkLst>
        </pc:spChg>
        <pc:spChg chg="mod">
          <ac:chgData name="Behroz Mirza" userId="46207bc9-96f8-4272-8ebb-3dbc8a33c35e" providerId="ADAL" clId="{01F56278-2986-47B4-A9F9-B06E6A1B63FA}" dt="2024-10-01T08:48:43.652" v="863" actId="1038"/>
          <ac:spMkLst>
            <pc:docMk/>
            <pc:sldMk cId="2252466010" sldId="326"/>
            <ac:spMk id="90" creationId="{00000000-0000-0000-0000-000000000000}"/>
          </ac:spMkLst>
        </pc:spChg>
        <pc:picChg chg="add mod">
          <ac:chgData name="Behroz Mirza" userId="46207bc9-96f8-4272-8ebb-3dbc8a33c35e" providerId="ADAL" clId="{01F56278-2986-47B4-A9F9-B06E6A1B63FA}" dt="2024-10-01T08:44:02.512" v="584" actId="14100"/>
          <ac:picMkLst>
            <pc:docMk/>
            <pc:sldMk cId="2252466010" sldId="326"/>
            <ac:picMk id="4" creationId="{66CC6C9A-E3C7-42FA-9452-55BA24489988}"/>
          </ac:picMkLst>
        </pc:picChg>
      </pc:sldChg>
      <pc:sldChg chg="add">
        <pc:chgData name="Behroz Mirza" userId="46207bc9-96f8-4272-8ebb-3dbc8a33c35e" providerId="ADAL" clId="{01F56278-2986-47B4-A9F9-B06E6A1B63FA}" dt="2024-10-01T08:45:43.966" v="660" actId="2890"/>
        <pc:sldMkLst>
          <pc:docMk/>
          <pc:sldMk cId="2077642551" sldId="327"/>
        </pc:sldMkLst>
      </pc:sldChg>
    </pc:docChg>
  </pc:docChgLst>
  <pc:docChgLst>
    <pc:chgData name="Behroz Mirza" userId="46207bc9-96f8-4272-8ebb-3dbc8a33c35e" providerId="ADAL" clId="{2DA328B4-E720-42C9-929F-4FA9B8FE0C2B}"/>
    <pc:docChg chg="custSel modSld">
      <pc:chgData name="Behroz Mirza" userId="46207bc9-96f8-4272-8ebb-3dbc8a33c35e" providerId="ADAL" clId="{2DA328B4-E720-42C9-929F-4FA9B8FE0C2B}" dt="2026-10-02T12:10:37.349" v="316" actId="20577"/>
      <pc:docMkLst>
        <pc:docMk/>
      </pc:docMkLst>
      <pc:sldChg chg="addSp delSp modSp mod">
        <pc:chgData name="Behroz Mirza" userId="46207bc9-96f8-4272-8ebb-3dbc8a33c35e" providerId="ADAL" clId="{2DA328B4-E720-42C9-929F-4FA9B8FE0C2B}" dt="2026-10-02T11:52:08.011" v="152" actId="21"/>
        <pc:sldMkLst>
          <pc:docMk/>
          <pc:sldMk cId="3479838778" sldId="287"/>
        </pc:sldMkLst>
        <pc:spChg chg="add del mod">
          <ac:chgData name="Behroz Mirza" userId="46207bc9-96f8-4272-8ebb-3dbc8a33c35e" providerId="ADAL" clId="{2DA328B4-E720-42C9-929F-4FA9B8FE0C2B}" dt="2026-10-02T11:52:08.011" v="152" actId="21"/>
          <ac:spMkLst>
            <pc:docMk/>
            <pc:sldMk cId="3479838778" sldId="287"/>
            <ac:spMk id="5" creationId="{BCC759B8-0E69-4127-B510-251FCB31DA54}"/>
          </ac:spMkLst>
        </pc:spChg>
      </pc:sldChg>
      <pc:sldChg chg="addSp delSp modSp mod">
        <pc:chgData name="Behroz Mirza" userId="46207bc9-96f8-4272-8ebb-3dbc8a33c35e" providerId="ADAL" clId="{2DA328B4-E720-42C9-929F-4FA9B8FE0C2B}" dt="2026-10-02T12:10:37.349" v="316" actId="20577"/>
        <pc:sldMkLst>
          <pc:docMk/>
          <pc:sldMk cId="1512368293" sldId="306"/>
        </pc:sldMkLst>
        <pc:spChg chg="add mod">
          <ac:chgData name="Behroz Mirza" userId="46207bc9-96f8-4272-8ebb-3dbc8a33c35e" providerId="ADAL" clId="{2DA328B4-E720-42C9-929F-4FA9B8FE0C2B}" dt="2026-10-02T12:10:37.349" v="316" actId="20577"/>
          <ac:spMkLst>
            <pc:docMk/>
            <pc:sldMk cId="1512368293" sldId="306"/>
            <ac:spMk id="33" creationId="{B1032489-213A-4959-BC67-4D9474E7AD1E}"/>
          </ac:spMkLst>
        </pc:spChg>
        <pc:picChg chg="add del mod">
          <ac:chgData name="Behroz Mirza" userId="46207bc9-96f8-4272-8ebb-3dbc8a33c35e" providerId="ADAL" clId="{2DA328B4-E720-42C9-929F-4FA9B8FE0C2B}" dt="2026-09-29T22:43:53.845" v="127" actId="478"/>
          <ac:picMkLst>
            <pc:docMk/>
            <pc:sldMk cId="1512368293" sldId="306"/>
            <ac:picMk id="9" creationId="{22BAD4F9-EA32-489E-BF14-17064E54B586}"/>
          </ac:picMkLst>
        </pc:picChg>
        <pc:picChg chg="add mod">
          <ac:chgData name="Behroz Mirza" userId="46207bc9-96f8-4272-8ebb-3dbc8a33c35e" providerId="ADAL" clId="{2DA328B4-E720-42C9-929F-4FA9B8FE0C2B}" dt="2026-09-29T22:44:00.326" v="130" actId="1076"/>
          <ac:picMkLst>
            <pc:docMk/>
            <pc:sldMk cId="1512368293" sldId="306"/>
            <ac:picMk id="12" creationId="{2C523F67-72DF-43DE-9449-48CE9BFEA38E}"/>
          </ac:picMkLst>
        </pc:picChg>
      </pc:sldChg>
    </pc:docChg>
  </pc:docChgLst>
  <pc:docChgLst>
    <pc:chgData name="Behroz Mirza" userId="46207bc9-96f8-4272-8ebb-3dbc8a33c35e" providerId="ADAL" clId="{BCEF2D84-E9AC-4EE2-8178-B5E9ACB7D8FB}"/>
    <pc:docChg chg="undo custSel addSld modSld">
      <pc:chgData name="Behroz Mirza" userId="46207bc9-96f8-4272-8ebb-3dbc8a33c35e" providerId="ADAL" clId="{BCEF2D84-E9AC-4EE2-8178-B5E9ACB7D8FB}" dt="2024-10-01T03:26:13.599" v="398" actId="113"/>
      <pc:docMkLst>
        <pc:docMk/>
      </pc:docMkLst>
      <pc:sldChg chg="addSp delSp modSp add mod delAnim modAnim">
        <pc:chgData name="Behroz Mirza" userId="46207bc9-96f8-4272-8ebb-3dbc8a33c35e" providerId="ADAL" clId="{BCEF2D84-E9AC-4EE2-8178-B5E9ACB7D8FB}" dt="2024-10-01T03:26:13.599" v="398" actId="113"/>
        <pc:sldMkLst>
          <pc:docMk/>
          <pc:sldMk cId="2765505487" sldId="325"/>
        </pc:sldMkLst>
        <pc:spChg chg="mod">
          <ac:chgData name="Behroz Mirza" userId="46207bc9-96f8-4272-8ebb-3dbc8a33c35e" providerId="ADAL" clId="{BCEF2D84-E9AC-4EE2-8178-B5E9ACB7D8FB}" dt="2024-10-01T03:25:45.395" v="397" actId="113"/>
          <ac:spMkLst>
            <pc:docMk/>
            <pc:sldMk cId="2765505487" sldId="325"/>
            <ac:spMk id="3" creationId="{00000000-0000-0000-0000-000000000000}"/>
          </ac:spMkLst>
        </pc:spChg>
        <pc:spChg chg="add mod">
          <ac:chgData name="Behroz Mirza" userId="46207bc9-96f8-4272-8ebb-3dbc8a33c35e" providerId="ADAL" clId="{BCEF2D84-E9AC-4EE2-8178-B5E9ACB7D8FB}" dt="2024-10-01T03:26:13.599" v="398" actId="113"/>
          <ac:spMkLst>
            <pc:docMk/>
            <pc:sldMk cId="2765505487" sldId="325"/>
            <ac:spMk id="33" creationId="{F33C2261-B66E-4605-A60D-6F195A1F6BD9}"/>
          </ac:spMkLst>
        </pc:spChg>
        <pc:spChg chg="mod">
          <ac:chgData name="Behroz Mirza" userId="46207bc9-96f8-4272-8ebb-3dbc8a33c35e" providerId="ADAL" clId="{BCEF2D84-E9AC-4EE2-8178-B5E9ACB7D8FB}" dt="2024-09-30T06:43:30.303" v="158" actId="20577"/>
          <ac:spMkLst>
            <pc:docMk/>
            <pc:sldMk cId="2765505487" sldId="325"/>
            <ac:spMk id="90" creationId="{00000000-0000-0000-0000-000000000000}"/>
          </ac:spMkLst>
        </pc:spChg>
        <pc:grpChg chg="del">
          <ac:chgData name="Behroz Mirza" userId="46207bc9-96f8-4272-8ebb-3dbc8a33c35e" providerId="ADAL" clId="{BCEF2D84-E9AC-4EE2-8178-B5E9ACB7D8FB}" dt="2024-09-30T06:24:08.660" v="20" actId="478"/>
          <ac:grpSpMkLst>
            <pc:docMk/>
            <pc:sldMk cId="2765505487" sldId="325"/>
            <ac:grpSpMk id="2" creationId="{00000000-0000-0000-0000-000000000000}"/>
          </ac:grpSpMkLst>
        </pc:grpChg>
        <pc:grpChg chg="del">
          <ac:chgData name="Behroz Mirza" userId="46207bc9-96f8-4272-8ebb-3dbc8a33c35e" providerId="ADAL" clId="{BCEF2D84-E9AC-4EE2-8178-B5E9ACB7D8FB}" dt="2024-09-30T06:24:11.528" v="21" actId="478"/>
          <ac:grpSpMkLst>
            <pc:docMk/>
            <pc:sldMk cId="2765505487" sldId="325"/>
            <ac:grpSpMk id="12" creationId="{00000000-0000-0000-0000-000000000000}"/>
          </ac:grpSpMkLst>
        </pc:grpChg>
        <pc:grpChg chg="del">
          <ac:chgData name="Behroz Mirza" userId="46207bc9-96f8-4272-8ebb-3dbc8a33c35e" providerId="ADAL" clId="{BCEF2D84-E9AC-4EE2-8178-B5E9ACB7D8FB}" dt="2024-09-30T06:24:13.523" v="22" actId="478"/>
          <ac:grpSpMkLst>
            <pc:docMk/>
            <pc:sldMk cId="2765505487" sldId="325"/>
            <ac:grpSpMk id="231" creationId="{00000000-0000-0000-0000-000000000000}"/>
          </ac:grpSpMkLst>
        </pc:grpChg>
      </pc:sldChg>
      <pc:sldChg chg="add">
        <pc:chgData name="Behroz Mirza" userId="46207bc9-96f8-4272-8ebb-3dbc8a33c35e" providerId="ADAL" clId="{BCEF2D84-E9AC-4EE2-8178-B5E9ACB7D8FB}" dt="2024-09-30T06:43:10.027" v="109" actId="2890"/>
        <pc:sldMkLst>
          <pc:docMk/>
          <pc:sldMk cId="2252466010" sldId="3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71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47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35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68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en-US" i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6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en-US" i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73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57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en-US" i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44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85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.png"/><Relationship Id="rId7" Type="http://schemas.openxmlformats.org/officeDocument/2006/relationships/image" Target="../media/image80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11" Type="http://schemas.openxmlformats.org/officeDocument/2006/relationships/image" Target="../media/image2.png"/><Relationship Id="rId5" Type="http://schemas.openxmlformats.org/officeDocument/2006/relationships/image" Target="../media/image780.png"/><Relationship Id="rId10" Type="http://schemas.openxmlformats.org/officeDocument/2006/relationships/image" Target="../media/image83.png"/><Relationship Id="rId4" Type="http://schemas.openxmlformats.org/officeDocument/2006/relationships/image" Target="../media/image77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82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9,10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18" y="1363579"/>
            <a:ext cx="667558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Last time:  </a:t>
            </a:r>
            <a:br>
              <a:rPr lang="en-US" sz="2400" baseline="0" dirty="0"/>
            </a:br>
            <a:r>
              <a:rPr lang="en-US" sz="2000" dirty="0"/>
              <a:t>- Finite automata → regular expressions</a:t>
            </a:r>
            <a:br>
              <a:rPr lang="en-US" sz="2000" dirty="0"/>
            </a:br>
            <a:r>
              <a:rPr lang="en-US" sz="2000" dirty="0"/>
              <a:t>- Proving languages aren’t regular</a:t>
            </a:r>
          </a:p>
          <a:p>
            <a:r>
              <a:rPr lang="en-US" sz="2000" dirty="0"/>
              <a:t>- Context free grammars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Today: 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(Sipser </a:t>
            </a:r>
            <a:r>
              <a:rPr lang="en-US" sz="2000">
                <a:solidFill>
                  <a:schemeClr val="accent1">
                    <a:lumMod val="60000"/>
                    <a:lumOff val="40000"/>
                  </a:schemeClr>
                </a:solidFill>
              </a:rPr>
              <a:t>§2.1)</a:t>
            </a:r>
            <a:b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Context free grammars (CFGs) – definition 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Context free languages (CFLs)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BEE396-FC42-4F8D-899D-D0FD7F6CFF32}"/>
              </a:ext>
            </a:extLst>
          </p:cNvPr>
          <p:cNvSpPr txBox="1"/>
          <p:nvPr/>
        </p:nvSpPr>
        <p:spPr>
          <a:xfrm>
            <a:off x="113090" y="580706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Credits: Prof. Michael </a:t>
            </a:r>
            <a:r>
              <a:rPr lang="en-US" sz="1800" dirty="0" err="1"/>
              <a:t>Sipser</a:t>
            </a:r>
            <a:r>
              <a:rPr lang="en-US" sz="1800" dirty="0"/>
              <a:t>, MIT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Context Free Grammars (CFGs)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96918" y="2620296"/>
                <a:ext cx="7455410" cy="2923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Recall that a CFG has terminals, variables, and rules.</a:t>
                </a:r>
              </a:p>
              <a:p>
                <a:endParaRPr lang="en-US" sz="2000" dirty="0"/>
              </a:p>
              <a:p>
                <a:r>
                  <a:rPr lang="en-US" sz="2400" b="1" dirty="0"/>
                  <a:t>Grammars generate strings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 Write down start variable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 Replace any variable according to a rule </a:t>
                </a:r>
                <a:br>
                  <a:rPr lang="en-US" sz="2000" dirty="0"/>
                </a:br>
                <a:r>
                  <a:rPr lang="en-US" sz="2000" dirty="0"/>
                  <a:t> Repeat until only terminals remain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 Result is the generated string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the language of all generated strings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 We call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 Context Free Language.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18" y="2620296"/>
                <a:ext cx="7455410" cy="2923877"/>
              </a:xfrm>
              <a:prstGeom prst="rect">
                <a:avLst/>
              </a:prstGeom>
              <a:blipFill>
                <a:blip r:embed="rId3"/>
                <a:stretch>
                  <a:fillRect l="-1226" t="-1253" b="-2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446928" y="3081960"/>
                <a:ext cx="377936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Example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generating a string  </a:t>
                </a:r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928" y="3081960"/>
                <a:ext cx="3779368" cy="400110"/>
              </a:xfrm>
              <a:prstGeom prst="rect">
                <a:avLst/>
              </a:prstGeom>
              <a:blipFill>
                <a:blip r:embed="rId4"/>
                <a:stretch>
                  <a:fillRect l="-1774" t="-9231" r="-806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/>
          <p:cNvGrpSpPr/>
          <p:nvPr/>
        </p:nvGrpSpPr>
        <p:grpSpPr>
          <a:xfrm>
            <a:off x="380948" y="804414"/>
            <a:ext cx="2156071" cy="1615828"/>
            <a:chOff x="380948" y="804414"/>
            <a:chExt cx="2156071" cy="16158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933919" y="1035247"/>
                  <a:ext cx="1603100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chemeClr val="tx1"/>
                      </a:solidFill>
                      <a:latin typeface="+mj-lt"/>
                    </a:rPr>
                    <a:t>S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400" dirty="0">
                      <a:solidFill>
                        <a:schemeClr val="tx1"/>
                      </a:solidFill>
                    </a:rPr>
                    <a:t>0</a:t>
                  </a:r>
                  <a:r>
                    <a:rPr lang="en-US" sz="2800" dirty="0">
                      <a:solidFill>
                        <a:schemeClr val="tx1"/>
                      </a:solidFill>
                      <a:latin typeface="+mj-lt"/>
                    </a:rPr>
                    <a:t>S</a:t>
                  </a:r>
                  <a:r>
                    <a:rPr lang="en-US" sz="2400" dirty="0">
                      <a:solidFill>
                        <a:schemeClr val="tx1"/>
                      </a:solidFill>
                    </a:rPr>
                    <a:t>1</a:t>
                  </a:r>
                </a:p>
                <a:p>
                  <a:r>
                    <a:rPr lang="en-US" sz="2800" dirty="0">
                      <a:solidFill>
                        <a:schemeClr val="tx1"/>
                      </a:solidFill>
                      <a:latin typeface="+mj-lt"/>
                    </a:rPr>
                    <a:t>S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  <a:latin typeface="+mj-lt"/>
                    </a:rPr>
                    <a:t> R</a:t>
                  </a:r>
                </a:p>
                <a:p>
                  <a:r>
                    <a:rPr lang="en-US" sz="2800" dirty="0">
                      <a:solidFill>
                        <a:schemeClr val="tx1"/>
                      </a:solidFill>
                      <a:latin typeface="+mj-lt"/>
                    </a:rPr>
                    <a:t>R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ε</m:t>
                      </m:r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endParaRPr lang="en-US" sz="2800" i="0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919" y="1035247"/>
                  <a:ext cx="1603100" cy="1384995"/>
                </a:xfrm>
                <a:prstGeom prst="rect">
                  <a:avLst/>
                </a:prstGeom>
                <a:blipFill>
                  <a:blip r:embed="rId5"/>
                  <a:stretch>
                    <a:fillRect l="-7605" t="-4405" b="-118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380948" y="804414"/>
                  <a:ext cx="57400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948" y="804414"/>
                  <a:ext cx="574003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9087198" y="3594013"/>
                <a:ext cx="1000595" cy="24006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400" dirty="0">
                    <a:solidFill>
                      <a:prstClr val="white"/>
                    </a:solidFill>
                    <a:latin typeface="Calibri Light" panose="020F0302020204030204"/>
                  </a:rPr>
                  <a:t>S</a:t>
                </a:r>
              </a:p>
              <a:p>
                <a:pPr algn="ctr">
                  <a:spcBef>
                    <a:spcPts val="1200"/>
                  </a:spcBef>
                </a:pPr>
                <a:r>
                  <a:rPr lang="en-US" sz="700" spc="700" dirty="0">
                    <a:solidFill>
                      <a:prstClr val="white"/>
                    </a:solidFill>
                  </a:rPr>
                  <a:t> </a:t>
                </a:r>
                <a:r>
                  <a:rPr lang="en-US" sz="2000" spc="700" dirty="0">
                    <a:solidFill>
                      <a:prstClr val="white"/>
                    </a:solidFill>
                  </a:rPr>
                  <a:t>0</a:t>
                </a:r>
                <a:r>
                  <a:rPr lang="en-US" sz="2400" spc="700" dirty="0">
                    <a:solidFill>
                      <a:prstClr val="white"/>
                    </a:solidFill>
                    <a:latin typeface="Calibri Light" panose="020F0302020204030204"/>
                  </a:rPr>
                  <a:t>S</a:t>
                </a:r>
                <a:r>
                  <a:rPr lang="en-US" sz="2000" spc="700" dirty="0">
                    <a:solidFill>
                      <a:prstClr val="white"/>
                    </a:solidFill>
                  </a:rPr>
                  <a:t>1</a:t>
                </a:r>
              </a:p>
              <a:p>
                <a:pPr algn="ctr">
                  <a:spcBef>
                    <a:spcPts val="1200"/>
                  </a:spcBef>
                </a:pPr>
                <a:r>
                  <a:rPr lang="en-US" sz="700" spc="700" dirty="0">
                    <a:solidFill>
                      <a:prstClr val="white"/>
                    </a:solidFill>
                  </a:rPr>
                  <a:t> </a:t>
                </a:r>
                <a:r>
                  <a:rPr lang="en-US" sz="2000" spc="700" dirty="0">
                    <a:solidFill>
                      <a:prstClr val="white"/>
                    </a:solidFill>
                  </a:rPr>
                  <a:t>0</a:t>
                </a:r>
                <a:r>
                  <a:rPr lang="en-US" sz="2400" spc="700" dirty="0">
                    <a:solidFill>
                      <a:prstClr val="white"/>
                    </a:solidFill>
                    <a:latin typeface="Calibri Light" panose="020F0302020204030204"/>
                  </a:rPr>
                  <a:t>S</a:t>
                </a:r>
                <a:r>
                  <a:rPr lang="en-US" sz="2000" spc="700" dirty="0">
                    <a:solidFill>
                      <a:prstClr val="white"/>
                    </a:solidFill>
                  </a:rPr>
                  <a:t>1</a:t>
                </a:r>
              </a:p>
              <a:p>
                <a:pPr algn="ctr">
                  <a:spcBef>
                    <a:spcPts val="1200"/>
                  </a:spcBef>
                </a:pPr>
                <a:r>
                  <a:rPr lang="en-US" sz="2400" dirty="0">
                    <a:solidFill>
                      <a:prstClr val="white"/>
                    </a:solidFill>
                    <a:latin typeface="Calibri Light" panose="020F0302020204030204"/>
                  </a:rPr>
                  <a:t>R</a:t>
                </a:r>
              </a:p>
              <a:p>
                <a:pPr algn="ctr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>
                          <a:latin typeface="Cambria Math" panose="02040503050406030204" pitchFamily="18" charset="0"/>
                        </a:rPr>
                        <m:t>ε</m:t>
                      </m:r>
                    </m:oMath>
                  </m:oMathPara>
                </a14:m>
                <a:endParaRPr lang="en-US" sz="2400" dirty="0">
                  <a:solidFill>
                    <a:prstClr val="white"/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7198" y="3594013"/>
                <a:ext cx="1000595" cy="2400657"/>
              </a:xfrm>
              <a:prstGeom prst="rect">
                <a:avLst/>
              </a:prstGeom>
              <a:blipFill>
                <a:blip r:embed="rId7"/>
                <a:stretch>
                  <a:fillRect t="-2036" r="-4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9374445" y="3980317"/>
            <a:ext cx="406400" cy="273050"/>
            <a:chOff x="9769475" y="4010025"/>
            <a:chExt cx="406400" cy="273050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9769475" y="4010025"/>
              <a:ext cx="169864" cy="27305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9982524" y="4010025"/>
              <a:ext cx="0" cy="24526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10035355" y="4010025"/>
              <a:ext cx="140520" cy="27305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Connector 36"/>
          <p:cNvCxnSpPr/>
          <p:nvPr/>
        </p:nvCxnSpPr>
        <p:spPr>
          <a:xfrm>
            <a:off x="9584246" y="5001873"/>
            <a:ext cx="0" cy="24526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9584246" y="5485267"/>
            <a:ext cx="0" cy="176213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0147499" y="3594013"/>
            <a:ext cx="867545" cy="2492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400" dirty="0">
                <a:solidFill>
                  <a:prstClr val="white"/>
                </a:solidFill>
                <a:latin typeface="Calibri Light" panose="020F0302020204030204"/>
              </a:rPr>
              <a:t>S</a:t>
            </a:r>
          </a:p>
          <a:p>
            <a:pPr algn="ctr">
              <a:spcBef>
                <a:spcPts val="1200"/>
              </a:spcBef>
            </a:pPr>
            <a:r>
              <a:rPr lang="en-US" sz="2000" dirty="0">
                <a:solidFill>
                  <a:prstClr val="white"/>
                </a:solidFill>
              </a:rPr>
              <a:t>0</a:t>
            </a:r>
            <a:r>
              <a:rPr lang="en-US" sz="2400" dirty="0">
                <a:solidFill>
                  <a:prstClr val="white"/>
                </a:solidFill>
                <a:latin typeface="Calibri Light" panose="020F0302020204030204"/>
              </a:rPr>
              <a:t>S</a:t>
            </a:r>
            <a:r>
              <a:rPr lang="en-US" sz="2000" dirty="0">
                <a:solidFill>
                  <a:prstClr val="white"/>
                </a:solidFill>
              </a:rPr>
              <a:t>1</a:t>
            </a:r>
          </a:p>
          <a:p>
            <a:pPr algn="ctr">
              <a:spcBef>
                <a:spcPts val="1200"/>
              </a:spcBef>
            </a:pPr>
            <a:r>
              <a:rPr lang="en-US" sz="2000" dirty="0">
                <a:solidFill>
                  <a:prstClr val="white"/>
                </a:solidFill>
              </a:rPr>
              <a:t>00</a:t>
            </a:r>
            <a:r>
              <a:rPr lang="en-US" sz="2400" dirty="0">
                <a:solidFill>
                  <a:prstClr val="white"/>
                </a:solidFill>
                <a:latin typeface="Calibri Light" panose="020F0302020204030204"/>
              </a:rPr>
              <a:t>S</a:t>
            </a:r>
            <a:r>
              <a:rPr lang="en-US" sz="2000" dirty="0">
                <a:solidFill>
                  <a:prstClr val="white"/>
                </a:solidFill>
              </a:rPr>
              <a:t>11</a:t>
            </a:r>
          </a:p>
          <a:p>
            <a:pPr lvl="0" algn="ctr">
              <a:spcBef>
                <a:spcPts val="1200"/>
              </a:spcBef>
            </a:pPr>
            <a:r>
              <a:rPr lang="en-US" sz="2000" dirty="0">
                <a:solidFill>
                  <a:prstClr val="white"/>
                </a:solidFill>
              </a:rPr>
              <a:t>00</a:t>
            </a:r>
            <a:r>
              <a:rPr lang="en-US" sz="2400" dirty="0">
                <a:solidFill>
                  <a:prstClr val="white"/>
                </a:solidFill>
                <a:latin typeface="Calibri Light" panose="020F0302020204030204"/>
              </a:rPr>
              <a:t>R</a:t>
            </a:r>
            <a:r>
              <a:rPr lang="en-US" sz="2000" dirty="0">
                <a:solidFill>
                  <a:prstClr val="white"/>
                </a:solidFill>
              </a:rPr>
              <a:t>11</a:t>
            </a:r>
          </a:p>
          <a:p>
            <a:pPr algn="ctr">
              <a:spcBef>
                <a:spcPts val="600"/>
              </a:spcBef>
            </a:pPr>
            <a:r>
              <a:rPr lang="en-US" sz="2000" dirty="0">
                <a:solidFill>
                  <a:prstClr val="white"/>
                </a:solidFill>
              </a:rPr>
              <a:t>0011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9381046" y="4473236"/>
            <a:ext cx="406400" cy="273050"/>
            <a:chOff x="9769475" y="4010025"/>
            <a:chExt cx="406400" cy="273050"/>
          </a:xfrm>
        </p:grpSpPr>
        <p:cxnSp>
          <p:nvCxnSpPr>
            <p:cNvPr id="29" name="Straight Connector 28"/>
            <p:cNvCxnSpPr/>
            <p:nvPr/>
          </p:nvCxnSpPr>
          <p:spPr>
            <a:xfrm flipH="1">
              <a:off x="9769475" y="4010025"/>
              <a:ext cx="169864" cy="27305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9982524" y="4010025"/>
              <a:ext cx="0" cy="24526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0035355" y="4010025"/>
              <a:ext cx="140520" cy="27305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/>
          <p:nvPr/>
        </p:nvSpPr>
        <p:spPr>
          <a:xfrm>
            <a:off x="9196645" y="3945282"/>
            <a:ext cx="1726213" cy="527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9196645" y="4463711"/>
            <a:ext cx="1726213" cy="527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9196644" y="4991666"/>
            <a:ext cx="1726213" cy="493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9196643" y="5485267"/>
            <a:ext cx="1726213" cy="452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446928" y="5919058"/>
                <a:ext cx="3274358" cy="509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≥0}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928" y="5919058"/>
                <a:ext cx="3274358" cy="5091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7661404" y="3594013"/>
            <a:ext cx="139602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/>
              <a:t>Tree of </a:t>
            </a:r>
            <a:br>
              <a:rPr lang="en-US" dirty="0"/>
            </a:br>
            <a:r>
              <a:rPr lang="en-US" dirty="0"/>
              <a:t>substitutions</a:t>
            </a:r>
          </a:p>
          <a:p>
            <a:pPr algn="r"/>
            <a:r>
              <a:rPr lang="en-US" dirty="0"/>
              <a:t> “parse tree”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083488" y="3636744"/>
            <a:ext cx="10462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Resulting</a:t>
            </a:r>
            <a:br>
              <a:rPr lang="en-US" dirty="0"/>
            </a:br>
            <a:r>
              <a:rPr lang="en-US" dirty="0"/>
              <a:t>string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0823853" y="5592903"/>
                <a:ext cx="109639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3853" y="5592903"/>
                <a:ext cx="1096390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3088510" y="997043"/>
            <a:ext cx="2018622" cy="1411039"/>
            <a:chOff x="3088510" y="997043"/>
            <a:chExt cx="2018622" cy="14110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3088510" y="1453975"/>
                  <a:ext cx="2018622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chemeClr val="tx1"/>
                      </a:solidFill>
                      <a:latin typeface="+mj-lt"/>
                    </a:rPr>
                    <a:t>S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400" dirty="0">
                      <a:solidFill>
                        <a:schemeClr val="tx1"/>
                      </a:solidFill>
                    </a:rPr>
                    <a:t>0</a:t>
                  </a:r>
                  <a:r>
                    <a:rPr lang="en-US" sz="2800" dirty="0">
                      <a:solidFill>
                        <a:schemeClr val="tx1"/>
                      </a:solidFill>
                      <a:latin typeface="+mj-lt"/>
                    </a:rPr>
                    <a:t>S</a:t>
                  </a:r>
                  <a:r>
                    <a:rPr lang="en-US" sz="2400" dirty="0">
                      <a:solidFill>
                        <a:schemeClr val="tx1"/>
                      </a:solidFill>
                    </a:rPr>
                    <a:t>1 | </a:t>
                  </a:r>
                  <a:r>
                    <a:rPr lang="en-US" sz="2800" dirty="0">
                      <a:latin typeface="+mj-lt"/>
                    </a:rPr>
                    <a:t>R</a:t>
                  </a:r>
                </a:p>
                <a:p>
                  <a:r>
                    <a:rPr lang="en-US" sz="2800" dirty="0">
                      <a:solidFill>
                        <a:schemeClr val="tx1"/>
                      </a:solidFill>
                      <a:latin typeface="+mj-lt"/>
                    </a:rPr>
                    <a:t>R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ε</m:t>
                      </m:r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endParaRPr lang="en-US" sz="2800" i="0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8510" y="1453975"/>
                  <a:ext cx="2018622" cy="954107"/>
                </a:xfrm>
                <a:prstGeom prst="rect">
                  <a:avLst/>
                </a:prstGeom>
                <a:blipFill>
                  <a:blip r:embed="rId11"/>
                  <a:stretch>
                    <a:fillRect l="-6344" t="-6410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/>
            <p:cNvSpPr/>
            <p:nvPr/>
          </p:nvSpPr>
          <p:spPr>
            <a:xfrm>
              <a:off x="3088510" y="997043"/>
              <a:ext cx="140294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/>
                <a:t>Shorthand: 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C523F67-72DF-43DE-9449-48CE9BFEA3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2531" y="680246"/>
            <a:ext cx="6253768" cy="136510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1032489-213A-4959-BC67-4D9474E7AD1E}"/>
              </a:ext>
            </a:extLst>
          </p:cNvPr>
          <p:cNvSpPr txBox="1"/>
          <p:nvPr/>
        </p:nvSpPr>
        <p:spPr>
          <a:xfrm>
            <a:off x="1636276" y="5755914"/>
            <a:ext cx="2338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Another Example G2…</a:t>
            </a:r>
            <a:endParaRPr lang="en-PK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36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/>
      <p:bldP spid="13" grpId="0"/>
      <p:bldP spid="42" grpId="0"/>
      <p:bldP spid="14" grpId="0" animBg="1"/>
      <p:bldP spid="38" grpId="0" animBg="1"/>
      <p:bldP spid="40" grpId="0" animBg="1"/>
      <p:bldP spid="41" grpId="0" animBg="1"/>
      <p:bldP spid="16" grpId="0"/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CFG – Formal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7199" y="992311"/>
                <a:ext cx="8494081" cy="49090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>
                    <a:latin typeface="+mj-lt"/>
                  </a:rPr>
                  <a:t>Defn:  </a:t>
                </a:r>
                <a:r>
                  <a:rPr lang="en-US" sz="2400" dirty="0"/>
                  <a:t>A </a:t>
                </a:r>
                <a:r>
                  <a:rPr lang="en-US" sz="2400" u="sng" dirty="0"/>
                  <a:t>Context Free Grammar</a:t>
                </a:r>
                <a:r>
                  <a:rPr lang="en-US" sz="2400" dirty="0"/>
                  <a:t> (CFG)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is a 4-tuple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300"/>
                  </a:spcBef>
                </a:pPr>
                <a:r>
                  <a:rPr lang="en-US" sz="2400" b="1" dirty="0">
                    <a:latin typeface="+mj-lt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000" dirty="0"/>
                  <a:t>   finite set of variables</a:t>
                </a:r>
              </a:p>
              <a:p>
                <a:pPr>
                  <a:spcBef>
                    <a:spcPts val="300"/>
                  </a:spcBef>
                </a:pP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000" dirty="0"/>
                  <a:t>    finite set of terminal symbols</a:t>
                </a:r>
              </a:p>
              <a:p>
                <a:pPr>
                  <a:spcBef>
                    <a:spcPts val="300"/>
                  </a:spcBef>
                </a:pP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   finite set of rules </a:t>
                </a:r>
                <a:r>
                  <a:rPr lang="en-US" sz="2000" b="1" dirty="0"/>
                  <a:t>(</a:t>
                </a:r>
                <a:r>
                  <a:rPr lang="en-US" sz="2000" dirty="0"/>
                  <a:t>rule form: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)</a:t>
                </a:r>
              </a:p>
              <a:p>
                <a:pPr>
                  <a:spcBef>
                    <a:spcPts val="300"/>
                  </a:spcBef>
                </a:pP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   start variable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dirty="0"/>
                  <a:t>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 write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1)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if can go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with one substitution step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2)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if can go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with some number of substitution steps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b="0" dirty="0"/>
                  <a:t>       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⇒⋯⇒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   is called a derivation of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. 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                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then it is a </a:t>
                </a:r>
                <a:r>
                  <a:rPr lang="en-US" sz="2000" u="sng" dirty="0"/>
                  <a:t>derivation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err="1"/>
                  <a:t>Defn</a:t>
                </a:r>
                <a:r>
                  <a:rPr lang="en-US" sz="2000" dirty="0"/>
                  <a:t>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is a </a:t>
                </a:r>
                <a:r>
                  <a:rPr lang="en-US" sz="2000" u="sng" dirty="0"/>
                  <a:t>Context Free Language</a:t>
                </a:r>
                <a:r>
                  <a:rPr lang="en-US" sz="2000" dirty="0"/>
                  <a:t> (CFL)  if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 for some CFG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.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9" y="992311"/>
                <a:ext cx="8494081" cy="4909036"/>
              </a:xfrm>
              <a:prstGeom prst="rect">
                <a:avLst/>
              </a:prstGeom>
              <a:blipFill>
                <a:blip r:embed="rId3"/>
                <a:stretch>
                  <a:fillRect l="-1149" t="-994" b="-13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29329" y="3682296"/>
                <a:ext cx="349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329" y="3682296"/>
                <a:ext cx="3497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884849" y="4979071"/>
                <a:ext cx="349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849" y="4979071"/>
                <a:ext cx="3497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0922856" y="6448554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C000"/>
                </a:solidFill>
              </a:rPr>
              <a:t>Check-in 4.1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390761" y="3204979"/>
            <a:ext cx="5651635" cy="3108543"/>
            <a:chOff x="6353054" y="2677078"/>
            <a:chExt cx="5651635" cy="31085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6353054" y="2677078"/>
                  <a:ext cx="5651635" cy="3108543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FFC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>
                      <a:solidFill>
                        <a:srgbClr val="FFC000"/>
                      </a:solidFill>
                    </a:rPr>
                    <a:t>Check-in 4.1</a:t>
                  </a:r>
                </a:p>
                <a:p>
                  <a:r>
                    <a:rPr lang="en-US" sz="2000" dirty="0"/>
                    <a:t>Which of these are valid CFGs?</a:t>
                  </a:r>
                </a:p>
                <a:p>
                  <a:endParaRPr lang="en-US" sz="2400" dirty="0"/>
                </a:p>
                <a:p>
                  <a:endParaRPr lang="en-US" sz="2400" dirty="0">
                    <a:latin typeface="Cambria Math" panose="02040503050406030204" pitchFamily="18" charset="0"/>
                  </a:endParaRPr>
                </a:p>
                <a:p>
                  <a:endParaRPr lang="en-US" sz="2400" dirty="0"/>
                </a:p>
                <a:p>
                  <a:r>
                    <a:rPr lang="en-US" sz="2000" dirty="0"/>
                    <a:t>a)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/>
                    <a:t> only</a:t>
                  </a:r>
                </a:p>
                <a:p>
                  <a:r>
                    <a:rPr lang="en-US" sz="2000" dirty="0"/>
                    <a:t>b)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000" dirty="0"/>
                    <a:t> only</a:t>
                  </a:r>
                </a:p>
                <a:p>
                  <a:r>
                    <a:rPr lang="en-US" sz="2000" dirty="0"/>
                    <a:t>c)   Both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2000" dirty="0"/>
                </a:p>
                <a:p>
                  <a:r>
                    <a:rPr lang="en-US" sz="2000" dirty="0"/>
                    <a:t>d)   Neither</a:t>
                  </a: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3054" y="2677078"/>
                  <a:ext cx="5651635" cy="3108543"/>
                </a:xfrm>
                <a:prstGeom prst="rect">
                  <a:avLst/>
                </a:prstGeom>
                <a:blipFill>
                  <a:blip r:embed="rId6"/>
                  <a:stretch>
                    <a:fillRect l="-1286" t="-969" b="-1938"/>
                  </a:stretch>
                </a:blipFill>
                <a:ln w="381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7312046" y="3432659"/>
                  <a:ext cx="1603100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tx1"/>
                      </a:solidFill>
                      <a:latin typeface="+mj-lt"/>
                    </a:rPr>
                    <a:t>B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000" dirty="0">
                      <a:latin typeface="+mj-lt"/>
                    </a:rPr>
                    <a:t>0B1 |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>
                          <a:latin typeface="Cambria Math" panose="02040503050406030204" pitchFamily="18" charset="0"/>
                        </a:rPr>
                        <m:t>ε</m:t>
                      </m:r>
                    </m:oMath>
                  </a14:m>
                  <a:r>
                    <a:rPr lang="en-US" sz="2000" dirty="0">
                      <a:latin typeface="+mj-lt"/>
                    </a:rPr>
                    <a:t> </a:t>
                  </a:r>
                  <a:endParaRPr lang="en-US" sz="2000" dirty="0">
                    <a:solidFill>
                      <a:schemeClr val="tx1"/>
                    </a:solidFill>
                    <a:latin typeface="+mj-lt"/>
                  </a:endParaRPr>
                </a:p>
                <a:p>
                  <a:pPr lvl="0"/>
                  <a:r>
                    <a:rPr lang="en-US" sz="2000" dirty="0">
                      <a:latin typeface="+mj-lt"/>
                    </a:rPr>
                    <a:t>B1</a:t>
                  </a:r>
                  <a:r>
                    <a:rPr lang="en-US" sz="2000" dirty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000" dirty="0">
                      <a:latin typeface="+mj-lt"/>
                    </a:rPr>
                    <a:t>1B</a:t>
                  </a:r>
                </a:p>
                <a:p>
                  <a:r>
                    <a:rPr lang="en-US" sz="2000" dirty="0">
                      <a:solidFill>
                        <a:schemeClr val="tx1"/>
                      </a:solidFill>
                      <a:latin typeface="+mj-lt"/>
                    </a:rPr>
                    <a:t>0B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000" i="0" dirty="0">
                      <a:solidFill>
                        <a:schemeClr val="tx1"/>
                      </a:solidFill>
                      <a:latin typeface="+mj-lt"/>
                    </a:rPr>
                    <a:t> 0B</a:t>
                  </a: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2046" y="3432659"/>
                  <a:ext cx="1603100" cy="1015663"/>
                </a:xfrm>
                <a:prstGeom prst="rect">
                  <a:avLst/>
                </a:prstGeom>
                <a:blipFill>
                  <a:blip r:embed="rId7"/>
                  <a:stretch>
                    <a:fillRect l="-4183" t="-3614" b="-102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6721510" y="3432659"/>
                  <a:ext cx="50456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/>
                    <a:t>:</a:t>
                  </a:r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510" y="3432659"/>
                  <a:ext cx="504562" cy="400110"/>
                </a:xfrm>
                <a:prstGeom prst="rect">
                  <a:avLst/>
                </a:prstGeom>
                <a:blipFill>
                  <a:blip r:embed="rId8"/>
                  <a:stretch>
                    <a:fillRect t="-9231" r="-10843" b="-2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0401589" y="3443388"/>
                  <a:ext cx="160310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tx1"/>
                      </a:solidFill>
                      <a:latin typeface="+mj-lt"/>
                    </a:rPr>
                    <a:t>S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000" dirty="0">
                      <a:latin typeface="+mj-lt"/>
                    </a:rPr>
                    <a:t>0S | S1</a:t>
                  </a:r>
                  <a:endParaRPr lang="en-US" sz="2000" dirty="0">
                    <a:solidFill>
                      <a:schemeClr val="tx1"/>
                    </a:solidFill>
                    <a:latin typeface="+mj-lt"/>
                  </a:endParaRPr>
                </a:p>
                <a:p>
                  <a:pPr lvl="0"/>
                  <a:r>
                    <a:rPr lang="en-US" sz="2000" dirty="0">
                      <a:latin typeface="+mj-lt"/>
                    </a:rPr>
                    <a:t>R</a:t>
                  </a:r>
                  <a:r>
                    <a:rPr lang="en-US" sz="2000" dirty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000" dirty="0">
                      <a:latin typeface="+mj-lt"/>
                    </a:rPr>
                    <a:t>RR</a:t>
                  </a: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1589" y="3443388"/>
                  <a:ext cx="1603100" cy="707886"/>
                </a:xfrm>
                <a:prstGeom prst="rect">
                  <a:avLst/>
                </a:prstGeom>
                <a:blipFill>
                  <a:blip r:embed="rId9"/>
                  <a:stretch>
                    <a:fillRect l="-3802" t="-4274" b="-136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9731618" y="3443388"/>
                  <a:ext cx="51052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000" dirty="0"/>
                    <a:t>:</a:t>
                  </a:r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1618" y="3443388"/>
                  <a:ext cx="510524" cy="400110"/>
                </a:xfrm>
                <a:prstGeom prst="rect">
                  <a:avLst/>
                </a:prstGeom>
                <a:blipFill>
                  <a:blip r:embed="rId10"/>
                  <a:stretch>
                    <a:fillRect t="-7576" r="-12048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7983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8" grpId="0"/>
      <p:bldP spid="17" grpId="0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CFG –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14744" y="2636470"/>
                <a:ext cx="302744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 {E, T, F}</a:t>
                </a: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/>
                  <a:t>  {+, ×, </a:t>
                </a:r>
                <a:r>
                  <a:rPr lang="en-US" dirty="0"/>
                  <a:t>(</a:t>
                </a:r>
                <a:r>
                  <a:rPr lang="en-US" sz="2000" dirty="0"/>
                  <a:t>, </a:t>
                </a:r>
                <a:r>
                  <a:rPr lang="en-US" dirty="0"/>
                  <a:t>)</a:t>
                </a:r>
                <a:r>
                  <a:rPr lang="en-US" sz="2000" dirty="0"/>
                  <a:t>, a}</a:t>
                </a: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/>
                  <a:t>  the 6 rules above</a:t>
                </a: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/>
                  <a:t>  E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44" y="2636470"/>
                <a:ext cx="3027445" cy="1323439"/>
              </a:xfrm>
              <a:prstGeom prst="rect">
                <a:avLst/>
              </a:prstGeom>
              <a:blipFill>
                <a:blip r:embed="rId3"/>
                <a:stretch>
                  <a:fillRect t="-2294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428424" y="4253181"/>
            <a:ext cx="7400039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Observe that the parse tree contains additional information, </a:t>
            </a:r>
            <a:br>
              <a:rPr lang="en-US" sz="2000" dirty="0"/>
            </a:br>
            <a:r>
              <a:rPr lang="en-US" sz="2000" dirty="0"/>
              <a:t>such as the precedence of  ×  over  + .</a:t>
            </a:r>
          </a:p>
          <a:p>
            <a:endParaRPr lang="en-US" sz="2000" dirty="0"/>
          </a:p>
          <a:p>
            <a:r>
              <a:rPr lang="en-US" sz="2000" dirty="0"/>
              <a:t>If a string has two different parse trees then it is derived ambiguously</a:t>
            </a:r>
            <a:br>
              <a:rPr lang="en-US" sz="2000" dirty="0"/>
            </a:br>
            <a:r>
              <a:rPr lang="en-US" sz="2000" dirty="0"/>
              <a:t>and we say that the grammar is </a:t>
            </a:r>
            <a:r>
              <a:rPr lang="en-US" sz="2000" u="sng" dirty="0"/>
              <a:t>ambiguous</a:t>
            </a:r>
            <a:r>
              <a:rPr lang="en-US" sz="2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33918" y="1035247"/>
                <a:ext cx="2492569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E</a:t>
                </a:r>
                <a:r>
                  <a:rPr lang="en-US" sz="2800" dirty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400" spc="100" dirty="0">
                    <a:solidFill>
                      <a:schemeClr val="tx1"/>
                    </a:solidFill>
                  </a:rPr>
                  <a:t>E+T</a:t>
                </a:r>
                <a:r>
                  <a:rPr lang="en-US" sz="2400" dirty="0">
                    <a:solidFill>
                      <a:schemeClr val="tx1"/>
                    </a:solidFill>
                  </a:rPr>
                  <a:t> | </a:t>
                </a:r>
                <a:r>
                  <a:rPr lang="en-US" sz="2400" dirty="0"/>
                  <a:t>T</a:t>
                </a:r>
              </a:p>
              <a:p>
                <a:r>
                  <a:rPr lang="en-US" sz="2400" dirty="0"/>
                  <a:t>T</a:t>
                </a:r>
                <a:r>
                  <a:rPr lang="en-US" sz="2800" dirty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400" spc="100" dirty="0"/>
                  <a:t>T×F</a:t>
                </a:r>
                <a:r>
                  <a:rPr lang="en-US" sz="2800" dirty="0">
                    <a:solidFill>
                      <a:schemeClr val="tx1"/>
                    </a:solidFill>
                    <a:latin typeface="+mj-lt"/>
                  </a:rPr>
                  <a:t> | </a:t>
                </a:r>
                <a:r>
                  <a:rPr lang="en-US" sz="2400" dirty="0"/>
                  <a:t>F</a:t>
                </a:r>
              </a:p>
              <a:p>
                <a:r>
                  <a:rPr lang="en-US" sz="2400" dirty="0"/>
                  <a:t>F</a:t>
                </a:r>
                <a:r>
                  <a:rPr lang="en-US" sz="2800" dirty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i="0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400" dirty="0"/>
                  <a:t>( E ) </a:t>
                </a:r>
                <a:r>
                  <a:rPr lang="en-US" sz="2800" i="0" dirty="0">
                    <a:solidFill>
                      <a:schemeClr val="tx1"/>
                    </a:solidFill>
                    <a:latin typeface="+mj-lt"/>
                  </a:rPr>
                  <a:t>| </a:t>
                </a:r>
                <a:r>
                  <a:rPr lang="en-US" sz="2400" dirty="0"/>
                  <a:t>a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918" y="1035247"/>
                <a:ext cx="2492569" cy="1384995"/>
              </a:xfrm>
              <a:prstGeom prst="rect">
                <a:avLst/>
              </a:prstGeom>
              <a:blipFill>
                <a:blip r:embed="rId4"/>
                <a:stretch>
                  <a:fillRect l="-3667" b="-1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80948" y="804414"/>
                <a:ext cx="58112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48" y="804414"/>
                <a:ext cx="58112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637375" y="997810"/>
            <a:ext cx="6985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/>
              <a:t>Parse</a:t>
            </a:r>
            <a:br>
              <a:rPr lang="en-US" dirty="0"/>
            </a:br>
            <a:r>
              <a:rPr lang="en-US" dirty="0"/>
              <a:t>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141516" y="2809991"/>
                <a:ext cx="110235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516" y="2809991"/>
                <a:ext cx="1102353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124536" y="3378960"/>
            <a:ext cx="47303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Generates </a:t>
            </a:r>
            <a:r>
              <a:rPr lang="en-US" sz="2000" spc="100" dirty="0" err="1"/>
              <a:t>a+a×a</a:t>
            </a:r>
            <a:r>
              <a:rPr lang="en-US" sz="2000" spc="100" dirty="0"/>
              <a:t>, (</a:t>
            </a:r>
            <a:r>
              <a:rPr lang="en-US" sz="2000" spc="100" dirty="0" err="1"/>
              <a:t>a+a</a:t>
            </a:r>
            <a:r>
              <a:rPr lang="en-US" sz="2000" spc="100" dirty="0"/>
              <a:t>)×a, a, </a:t>
            </a:r>
            <a:r>
              <a:rPr lang="en-US" sz="2000" spc="100" dirty="0" err="1"/>
              <a:t>a+a+a</a:t>
            </a:r>
            <a:r>
              <a:rPr lang="en-US" sz="2000" spc="100" dirty="0"/>
              <a:t>, etc.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15589" y="996787"/>
            <a:ext cx="873957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000" dirty="0">
                <a:solidFill>
                  <a:prstClr val="white"/>
                </a:solidFill>
              </a:rPr>
              <a:t>E</a:t>
            </a:r>
          </a:p>
          <a:p>
            <a:pPr algn="ctr">
              <a:spcBef>
                <a:spcPts val="1200"/>
              </a:spcBef>
            </a:pPr>
            <a:r>
              <a:rPr lang="en-US" sz="2000" spc="100" dirty="0">
                <a:solidFill>
                  <a:prstClr val="white"/>
                </a:solidFill>
              </a:rPr>
              <a:t>E+T</a:t>
            </a:r>
          </a:p>
          <a:p>
            <a:pPr algn="ctr">
              <a:spcBef>
                <a:spcPts val="1200"/>
              </a:spcBef>
            </a:pPr>
            <a:r>
              <a:rPr lang="en-US" sz="2000" spc="100" dirty="0">
                <a:solidFill>
                  <a:prstClr val="white"/>
                </a:solidFill>
              </a:rPr>
              <a:t>T+T×F</a:t>
            </a:r>
          </a:p>
          <a:p>
            <a:pPr algn="ctr">
              <a:spcBef>
                <a:spcPts val="1200"/>
              </a:spcBef>
            </a:pPr>
            <a:r>
              <a:rPr lang="en-US" sz="2000" spc="100" dirty="0" err="1">
                <a:solidFill>
                  <a:prstClr val="white"/>
                </a:solidFill>
              </a:rPr>
              <a:t>F+F×a</a:t>
            </a:r>
            <a:endParaRPr lang="en-US" sz="2000" spc="100" dirty="0">
              <a:solidFill>
                <a:prstClr val="white"/>
              </a:solidFill>
            </a:endParaRPr>
          </a:p>
          <a:p>
            <a:pPr algn="ctr">
              <a:spcBef>
                <a:spcPts val="1200"/>
              </a:spcBef>
            </a:pPr>
            <a:r>
              <a:rPr lang="en-US" sz="2000" spc="100" dirty="0" err="1">
                <a:solidFill>
                  <a:prstClr val="white"/>
                </a:solidFill>
              </a:rPr>
              <a:t>a+a×a</a:t>
            </a:r>
            <a:endParaRPr lang="en-US" sz="2000" spc="100" dirty="0">
              <a:solidFill>
                <a:prstClr val="white"/>
              </a:solidFill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4243466" y="987141"/>
            <a:ext cx="1305164" cy="2246769"/>
            <a:chOff x="4243466" y="987141"/>
            <a:chExt cx="1305164" cy="2246769"/>
          </a:xfrm>
        </p:grpSpPr>
        <p:sp>
          <p:nvSpPr>
            <p:cNvPr id="31" name="Rectangle 30"/>
            <p:cNvSpPr/>
            <p:nvPr/>
          </p:nvSpPr>
          <p:spPr>
            <a:xfrm>
              <a:off x="4243466" y="987141"/>
              <a:ext cx="1305164" cy="22467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en-US" sz="2000" dirty="0">
                  <a:solidFill>
                    <a:prstClr val="white"/>
                  </a:solidFill>
                </a:rPr>
                <a:t>E</a:t>
              </a:r>
            </a:p>
            <a:p>
              <a:pPr algn="ctr">
                <a:spcBef>
                  <a:spcPts val="1200"/>
                </a:spcBef>
              </a:pPr>
              <a:r>
                <a:rPr lang="en-US" sz="2000" spc="700" dirty="0">
                  <a:solidFill>
                    <a:prstClr val="white"/>
                  </a:solidFill>
                </a:rPr>
                <a:t> E+T</a:t>
              </a:r>
            </a:p>
            <a:p>
              <a:pPr algn="ctr">
                <a:spcBef>
                  <a:spcPts val="1200"/>
                </a:spcBef>
              </a:pPr>
              <a:r>
                <a:rPr lang="en-US" sz="2000" spc="700" dirty="0">
                  <a:solidFill>
                    <a:prstClr val="white"/>
                  </a:solidFill>
                </a:rPr>
                <a:t> T </a:t>
              </a:r>
              <a:r>
                <a:rPr lang="en-US" sz="2000" spc="700" dirty="0" err="1">
                  <a:solidFill>
                    <a:prstClr val="white"/>
                  </a:solidFill>
                </a:rPr>
                <a:t>T</a:t>
              </a:r>
              <a:r>
                <a:rPr lang="en-US" sz="2000" spc="100" dirty="0"/>
                <a:t>× F</a:t>
              </a:r>
              <a:endParaRPr lang="en-US" sz="2000" spc="100" dirty="0">
                <a:solidFill>
                  <a:prstClr val="white"/>
                </a:solidFill>
              </a:endParaRPr>
            </a:p>
            <a:p>
              <a:pPr algn="ctr">
                <a:spcBef>
                  <a:spcPts val="1200"/>
                </a:spcBef>
              </a:pPr>
              <a:r>
                <a:rPr lang="en-US" sz="2000" dirty="0">
                  <a:solidFill>
                    <a:prstClr val="white"/>
                  </a:solidFill>
                </a:rPr>
                <a:t>   F     </a:t>
              </a:r>
              <a:r>
                <a:rPr lang="en-US" sz="2000" dirty="0" err="1">
                  <a:solidFill>
                    <a:prstClr val="white"/>
                  </a:solidFill>
                </a:rPr>
                <a:t>F</a:t>
              </a:r>
              <a:r>
                <a:rPr lang="en-US" sz="2000" dirty="0">
                  <a:solidFill>
                    <a:prstClr val="white"/>
                  </a:solidFill>
                </a:rPr>
                <a:t>     a</a:t>
              </a:r>
            </a:p>
            <a:p>
              <a:pPr algn="ctr">
                <a:spcBef>
                  <a:spcPts val="1200"/>
                </a:spcBef>
              </a:pPr>
              <a:r>
                <a:rPr lang="en-US" sz="2000" dirty="0">
                  <a:solidFill>
                    <a:prstClr val="white"/>
                  </a:solidFill>
                  <a:latin typeface="Calibri Light" panose="020F0302020204030204"/>
                </a:rPr>
                <a:t>   </a:t>
              </a:r>
              <a:r>
                <a:rPr lang="en-US" sz="2000" dirty="0">
                  <a:solidFill>
                    <a:prstClr val="white"/>
                  </a:solidFill>
                </a:rPr>
                <a:t>a</a:t>
              </a:r>
              <a:r>
                <a:rPr lang="en-US" sz="2000" dirty="0">
                  <a:solidFill>
                    <a:prstClr val="white"/>
                  </a:solidFill>
                  <a:latin typeface="Calibri Light" panose="020F0302020204030204"/>
                </a:rPr>
                <a:t>     </a:t>
              </a:r>
              <a:r>
                <a:rPr lang="en-US" sz="2000" dirty="0" err="1">
                  <a:solidFill>
                    <a:prstClr val="white"/>
                  </a:solidFill>
                </a:rPr>
                <a:t>a</a:t>
              </a:r>
              <a:r>
                <a:rPr lang="en-US" sz="2000" dirty="0">
                  <a:solidFill>
                    <a:prstClr val="white"/>
                  </a:solidFill>
                  <a:latin typeface="Calibri Light" panose="020F0302020204030204"/>
                </a:rPr>
                <a:t>     </a:t>
              </a:r>
              <a:r>
                <a:rPr lang="en-US" sz="2000" dirty="0" err="1">
                  <a:solidFill>
                    <a:prstClr val="white"/>
                  </a:solidFill>
                </a:rPr>
                <a:t>a</a:t>
              </a:r>
              <a:endParaRPr lang="en-US" sz="2000" dirty="0">
                <a:solidFill>
                  <a:prstClr val="white"/>
                </a:solidFill>
              </a:endParaRPr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4724400" y="1320975"/>
              <a:ext cx="384175" cy="194060"/>
              <a:chOff x="9805360" y="4010025"/>
              <a:chExt cx="384175" cy="273050"/>
            </a:xfrm>
          </p:grpSpPr>
          <p:cxnSp>
            <p:nvCxnSpPr>
              <p:cNvPr id="34" name="Straight Connector 33"/>
              <p:cNvCxnSpPr/>
              <p:nvPr/>
            </p:nvCxnSpPr>
            <p:spPr>
              <a:xfrm flipH="1">
                <a:off x="9805360" y="4010025"/>
                <a:ext cx="133979" cy="27305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9982524" y="4010025"/>
                <a:ext cx="10161" cy="27305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10035355" y="4010025"/>
                <a:ext cx="154180" cy="27305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/>
            <p:cNvGrpSpPr/>
            <p:nvPr/>
          </p:nvGrpSpPr>
          <p:grpSpPr>
            <a:xfrm>
              <a:off x="4972050" y="1768652"/>
              <a:ext cx="384175" cy="202362"/>
              <a:chOff x="9805360" y="4010025"/>
              <a:chExt cx="384175" cy="284731"/>
            </a:xfrm>
          </p:grpSpPr>
          <p:cxnSp>
            <p:nvCxnSpPr>
              <p:cNvPr id="46" name="Straight Connector 45"/>
              <p:cNvCxnSpPr/>
              <p:nvPr/>
            </p:nvCxnSpPr>
            <p:spPr>
              <a:xfrm flipH="1">
                <a:off x="9805360" y="4010025"/>
                <a:ext cx="133979" cy="27305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9982524" y="4010025"/>
                <a:ext cx="636" cy="284731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10035355" y="4010025"/>
                <a:ext cx="154180" cy="27305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Straight Connector 48"/>
            <p:cNvCxnSpPr/>
            <p:nvPr/>
          </p:nvCxnSpPr>
          <p:spPr>
            <a:xfrm flipH="1">
              <a:off x="4594992" y="1768653"/>
              <a:ext cx="93689" cy="202362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4572000" y="2232935"/>
              <a:ext cx="22991" cy="187307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4961889" y="2226182"/>
              <a:ext cx="10161" cy="19406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5361305" y="2210954"/>
              <a:ext cx="10254" cy="22451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4972050" y="2705434"/>
              <a:ext cx="0" cy="19912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5386388" y="2705434"/>
              <a:ext cx="0" cy="19912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4572000" y="2705434"/>
              <a:ext cx="0" cy="19912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ctangle 61"/>
          <p:cNvSpPr/>
          <p:nvPr/>
        </p:nvSpPr>
        <p:spPr>
          <a:xfrm>
            <a:off x="4307005" y="1300489"/>
            <a:ext cx="2957396" cy="458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4307005" y="1755721"/>
            <a:ext cx="3936862" cy="4389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4307005" y="2197362"/>
            <a:ext cx="3936862" cy="4746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4307005" y="2671805"/>
            <a:ext cx="3936862" cy="538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217058" y="974622"/>
            <a:ext cx="10462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Resulting</a:t>
            </a:r>
            <a:br>
              <a:rPr lang="en-US" dirty="0"/>
            </a:br>
            <a:r>
              <a:rPr lang="en-US" dirty="0"/>
              <a:t>string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17456" y="3388606"/>
            <a:ext cx="277645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10922856" y="6448554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C000"/>
                </a:solidFill>
              </a:rPr>
              <a:t>Check-in 4.2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7000" y="3243556"/>
            <a:ext cx="5651635" cy="3062377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Check-in 4.2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How many reasonable distinct meanings does the following English sentence have?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     </a:t>
            </a:r>
            <a:r>
              <a:rPr lang="en-US" sz="2400" i="1" dirty="0"/>
              <a:t>The boy saw the girl with the mirror.</a:t>
            </a:r>
            <a:endParaRPr lang="en-US" sz="2400" dirty="0"/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400" dirty="0"/>
              <a:t>1</a:t>
            </a:r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400" dirty="0"/>
              <a:t>2</a:t>
            </a:r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400" dirty="0"/>
              <a:t>3 or more</a:t>
            </a:r>
          </a:p>
        </p:txBody>
      </p:sp>
    </p:spTree>
    <p:extLst>
      <p:ext uri="{BB962C8B-B14F-4D97-AF65-F5344CB8AC3E}">
        <p14:creationId xmlns:p14="http://schemas.microsoft.com/office/powerpoint/2010/main" val="55777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18" grpId="0"/>
      <p:bldP spid="20" grpId="0"/>
      <p:bldP spid="4" grpId="0"/>
      <p:bldP spid="32" grpId="0"/>
      <p:bldP spid="62" grpId="0" animBg="1"/>
      <p:bldP spid="63" grpId="0" animBg="1"/>
      <p:bldP spid="64" grpId="0" animBg="1"/>
      <p:bldP spid="65" grpId="0" animBg="1"/>
      <p:bldP spid="19" grpId="0"/>
      <p:bldP spid="66" grpId="0" animBg="1"/>
      <p:bldP spid="67" grpId="0" animBg="1"/>
      <p:bldP spid="7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/>
          <p:cNvSpPr txBox="1"/>
          <p:nvPr/>
        </p:nvSpPr>
        <p:spPr>
          <a:xfrm>
            <a:off x="1440831" y="2710"/>
            <a:ext cx="6740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Ambiguity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29E100-D291-4F20-A8E5-7683A716B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0" y="837838"/>
            <a:ext cx="9745435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75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5084" y="2031478"/>
            <a:ext cx="9014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Design Grammars!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40831" y="2710"/>
            <a:ext cx="67406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Design Grammars / Closure Properties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3C2261-B66E-4605-A60D-6F195A1F6BD9}"/>
              </a:ext>
            </a:extLst>
          </p:cNvPr>
          <p:cNvSpPr txBox="1"/>
          <p:nvPr/>
        </p:nvSpPr>
        <p:spPr>
          <a:xfrm>
            <a:off x="323106" y="2953899"/>
            <a:ext cx="90145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CFL’s closed under: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Union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Concatenation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CFL’s NOT closed under: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Intersection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Compliment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50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5084" y="1213329"/>
            <a:ext cx="90145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Motivations for CNF!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Every string of length n is derived in 2n-1 steps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Proof for pumping lemma for CFL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Every CFG has an equivalent PDM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64343" y="195216"/>
            <a:ext cx="6740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Chomsky Normal Form - CNF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CC6C9A-E3C7-42FA-9452-55BA24489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4" y="3113495"/>
            <a:ext cx="6506134" cy="35086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1D17CB-EED8-4603-9652-C61A6C2B50FE}"/>
              </a:ext>
            </a:extLst>
          </p:cNvPr>
          <p:cNvSpPr txBox="1"/>
          <p:nvPr/>
        </p:nvSpPr>
        <p:spPr>
          <a:xfrm>
            <a:off x="6656543" y="3117529"/>
            <a:ext cx="51729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CFG TO CNF Conversion Steps: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Start variable not on RHS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Remove E (</a:t>
            </a:r>
            <a:r>
              <a:rPr lang="en-US" sz="2400" dirty="0" err="1"/>
              <a:t>Epsion</a:t>
            </a:r>
            <a:r>
              <a:rPr lang="en-US" sz="2400" dirty="0"/>
              <a:t>) productions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Remove Unit Productions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RHS should have Non Terminals or Terminals only; i.e. transform Nonterminal-Terminal Combo into </a:t>
            </a:r>
            <a:r>
              <a:rPr lang="en-US" sz="2400" dirty="0" err="1"/>
              <a:t>NontTerminal-NonTerminal</a:t>
            </a:r>
            <a:r>
              <a:rPr lang="en-US" sz="2400"/>
              <a:t> Combo.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Remove Long productions</a:t>
            </a:r>
          </a:p>
        </p:txBody>
      </p:sp>
    </p:spTree>
    <p:extLst>
      <p:ext uri="{BB962C8B-B14F-4D97-AF65-F5344CB8AC3E}">
        <p14:creationId xmlns:p14="http://schemas.microsoft.com/office/powerpoint/2010/main" val="225246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DC138E-D30D-4585-9F69-4F5FBC66E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4" y="991475"/>
            <a:ext cx="5466085" cy="53900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70E20C-0B0A-4E3F-AEE8-53339E887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038" y="1007856"/>
            <a:ext cx="5150636" cy="23128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F8726F0-E75C-4E3F-8DDB-9B7EF60BE0F8}"/>
              </a:ext>
            </a:extLst>
          </p:cNvPr>
          <p:cNvSpPr txBox="1"/>
          <p:nvPr/>
        </p:nvSpPr>
        <p:spPr>
          <a:xfrm>
            <a:off x="1873967" y="137466"/>
            <a:ext cx="85866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Chomsky Normal Form - Example</a:t>
            </a:r>
          </a:p>
        </p:txBody>
      </p:sp>
    </p:spTree>
    <p:extLst>
      <p:ext uri="{BB962C8B-B14F-4D97-AF65-F5344CB8AC3E}">
        <p14:creationId xmlns:p14="http://schemas.microsoft.com/office/powerpoint/2010/main" val="3837949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/>
          <p:cNvSpPr txBox="1"/>
          <p:nvPr/>
        </p:nvSpPr>
        <p:spPr>
          <a:xfrm>
            <a:off x="1440831" y="2710"/>
            <a:ext cx="39011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Recap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09060" y="1042581"/>
          <a:ext cx="5364732" cy="22283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7966">
                  <a:extLst>
                    <a:ext uri="{9D8B030D-6E8A-4147-A177-3AD203B41FA5}">
                      <a16:colId xmlns:a16="http://schemas.microsoft.com/office/drawing/2014/main" val="1675458543"/>
                    </a:ext>
                  </a:extLst>
                </a:gridCol>
                <a:gridCol w="1978522">
                  <a:extLst>
                    <a:ext uri="{9D8B030D-6E8A-4147-A177-3AD203B41FA5}">
                      <a16:colId xmlns:a16="http://schemas.microsoft.com/office/drawing/2014/main" val="159469629"/>
                    </a:ext>
                  </a:extLst>
                </a:gridCol>
                <a:gridCol w="1788244">
                  <a:extLst>
                    <a:ext uri="{9D8B030D-6E8A-4147-A177-3AD203B41FA5}">
                      <a16:colId xmlns:a16="http://schemas.microsoft.com/office/drawing/2014/main" val="976773964"/>
                    </a:ext>
                  </a:extLst>
                </a:gridCol>
              </a:tblGrid>
              <a:tr h="7427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Recognizer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Generator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3797452"/>
                  </a:ext>
                </a:extLst>
              </a:tr>
              <a:tr h="7427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Regular language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DFA or NFA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Regular expression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90159448"/>
                  </a:ext>
                </a:extLst>
              </a:tr>
              <a:tr h="7427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Context Free language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PDA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Context</a:t>
                      </a:r>
                      <a:r>
                        <a:rPr lang="en-US" sz="2000" baseline="0" dirty="0"/>
                        <a:t> Free Grammar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405924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1181610" y="3717123"/>
            <a:ext cx="3870807" cy="2194195"/>
            <a:chOff x="842245" y="3915086"/>
            <a:chExt cx="3870807" cy="2194195"/>
          </a:xfrm>
        </p:grpSpPr>
        <p:sp>
          <p:nvSpPr>
            <p:cNvPr id="4" name="Oval 3"/>
            <p:cNvSpPr/>
            <p:nvPr/>
          </p:nvSpPr>
          <p:spPr>
            <a:xfrm rot="21216799">
              <a:off x="1008748" y="4497304"/>
              <a:ext cx="1536569" cy="125376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 rot="21216799">
              <a:off x="842245" y="3915086"/>
              <a:ext cx="3870807" cy="219419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37491" y="4801020"/>
              <a:ext cx="1279081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Regular languages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610281" y="4154689"/>
              <a:ext cx="1414021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Context Free languages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7642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615" y="1464754"/>
            <a:ext cx="757011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>
                <a:solidFill>
                  <a:prstClr val="white"/>
                </a:solidFill>
                <a:latin typeface="Calibri Light" panose="020F0302020204030204"/>
              </a:rPr>
              <a:t>Defined Context Free Grammars (CFGs)</a:t>
            </a:r>
            <a:br>
              <a:rPr lang="en-US" sz="2400" b="1" spc="200" dirty="0">
                <a:solidFill>
                  <a:prstClr val="white"/>
                </a:solidFill>
                <a:latin typeface="Calibri Light" panose="020F0302020204030204"/>
              </a:rPr>
            </a:br>
            <a:r>
              <a:rPr lang="en-US" sz="2400" b="1" spc="200" dirty="0">
                <a:solidFill>
                  <a:prstClr val="white"/>
                </a:solidFill>
                <a:latin typeface="Calibri Light" panose="020F0302020204030204"/>
              </a:rPr>
              <a:t>and Context Free Languages (CFLs)</a:t>
            </a:r>
            <a:endParaRPr lang="en-US" sz="2400" b="1" spc="200" dirty="0">
              <a:solidFill>
                <a:prstClr val="white"/>
              </a:solidFill>
              <a:latin typeface="+mj-lt"/>
            </a:endParaRPr>
          </a:p>
          <a:p>
            <a:pPr marL="457200" lvl="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>
                <a:solidFill>
                  <a:prstClr val="white"/>
                </a:solidFill>
                <a:latin typeface="Calibri Light" panose="020F0302020204030204"/>
              </a:rPr>
              <a:t>Defined Pushdown Automata(PDAs)</a:t>
            </a:r>
            <a:endParaRPr lang="en-US" sz="2400" b="1" spc="200" dirty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>
                <a:latin typeface="+mj-lt"/>
              </a:rPr>
              <a:t>Gave conversion of CFGs to PDAs.</a:t>
            </a:r>
          </a:p>
        </p:txBody>
      </p:sp>
    </p:spTree>
    <p:extLst>
      <p:ext uri="{BB962C8B-B14F-4D97-AF65-F5344CB8AC3E}">
        <p14:creationId xmlns:p14="http://schemas.microsoft.com/office/powerpoint/2010/main" val="384555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27459</TotalTime>
  <Words>812</Words>
  <Application>Microsoft Office PowerPoint</Application>
  <PresentationFormat>Widescreen</PresentationFormat>
  <Paragraphs>160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Behroz Mirza</cp:lastModifiedBy>
  <cp:revision>358</cp:revision>
  <dcterms:created xsi:type="dcterms:W3CDTF">2020-08-09T18:24:17Z</dcterms:created>
  <dcterms:modified xsi:type="dcterms:W3CDTF">2026-10-02T12:10:39Z</dcterms:modified>
</cp:coreProperties>
</file>